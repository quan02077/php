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907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17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58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78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7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76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062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43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28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57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95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EF6A56C-3AFB-43BA-8E0F-7CFE16D258F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E88E0E-30CD-49ED-8AFB-0B081E0AF1A0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43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88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RentalController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Terminal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gõ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RentalController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app/Http/Controllers/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RentalController.php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1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941513"/>
            <a:ext cx="6875145" cy="425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64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95253"/>
            <a:ext cx="8516539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86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09705"/>
            <a:ext cx="10058400" cy="337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1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884363"/>
            <a:ext cx="7599045" cy="483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941513"/>
            <a:ext cx="7780827" cy="45640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4" y="6519228"/>
            <a:ext cx="1922146" cy="24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Route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them route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55" y="2388541"/>
            <a:ext cx="10597470" cy="187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72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View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resources/views/rental/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index.blade.php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54054"/>
            <a:ext cx="8097078" cy="399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740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View </a:t>
            </a:r>
            <a:r>
              <a:rPr lang="en-US" dirty="0" err="1"/>
              <a:t>thuê</a:t>
            </a:r>
            <a:r>
              <a:rPr lang="en-US" dirty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79" y="1931988"/>
            <a:ext cx="9448817" cy="46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91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View </a:t>
            </a:r>
            <a:r>
              <a:rPr lang="en-US" dirty="0" err="1"/>
              <a:t>thuê</a:t>
            </a:r>
            <a:r>
              <a:rPr lang="en-US" dirty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93888"/>
            <a:ext cx="8367060" cy="47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83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723245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app/Http/Controllers/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RentalController.php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297397"/>
            <a:ext cx="7020601" cy="448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12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3304"/>
            <a:ext cx="8389239" cy="483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001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40" y="1966708"/>
            <a:ext cx="9812119" cy="29245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940" y="4891291"/>
            <a:ext cx="1152686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16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Route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endParaRPr lang="en-GB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route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return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thôi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nha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85750" y="2324414"/>
            <a:ext cx="11077575" cy="3544680"/>
            <a:chOff x="285750" y="2324414"/>
            <a:chExt cx="11077575" cy="354468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750" y="2324414"/>
              <a:ext cx="10983307" cy="3544680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42900" y="4019550"/>
              <a:ext cx="11020425" cy="10096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13023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View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resources/views/rental/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return.blade.php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74" y="2294693"/>
            <a:ext cx="6629961" cy="447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00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View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84363"/>
            <a:ext cx="7173954" cy="457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43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View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61908"/>
            <a:ext cx="6639852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21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View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60563"/>
            <a:ext cx="7109344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53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8.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link </a:t>
            </a:r>
            <a:r>
              <a:rPr lang="en-US" dirty="0" err="1" smtClean="0"/>
              <a:t>cho</a:t>
            </a:r>
            <a:r>
              <a:rPr lang="en-US" dirty="0" smtClean="0"/>
              <a:t> 2 </a:t>
            </a:r>
            <a:r>
              <a:rPr lang="en-US" dirty="0" err="1" smtClean="0"/>
              <a:t>nút</a:t>
            </a:r>
            <a:r>
              <a:rPr lang="en-US" dirty="0" smtClean="0"/>
              <a:t>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resources/views/layouts/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app.blade.php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nút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0" y="3019294"/>
            <a:ext cx="11679280" cy="1867161"/>
            <a:chOff x="0" y="3019294"/>
            <a:chExt cx="11679280" cy="186716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019294"/>
              <a:ext cx="11679280" cy="1867161"/>
            </a:xfrm>
            <a:prstGeom prst="rect">
              <a:avLst/>
            </a:prstGeom>
          </p:spPr>
        </p:pic>
        <p:cxnSp>
          <p:nvCxnSpPr>
            <p:cNvPr id="6" name="Straight Connector 5"/>
            <p:cNvCxnSpPr/>
            <p:nvPr/>
          </p:nvCxnSpPr>
          <p:spPr>
            <a:xfrm>
              <a:off x="2028825" y="3724275"/>
              <a:ext cx="3248025" cy="1905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028824" y="4181093"/>
              <a:ext cx="3810816" cy="2235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0674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9.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xem</a:t>
            </a:r>
            <a:r>
              <a:rPr lang="en-US" dirty="0" smtClean="0"/>
              <a:t> </a:t>
            </a:r>
            <a:r>
              <a:rPr lang="en-US" dirty="0" err="1" smtClean="0"/>
              <a:t>lịch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thuê</a:t>
            </a:r>
            <a:r>
              <a:rPr lang="en-US" dirty="0" smtClean="0"/>
              <a:t> </a:t>
            </a:r>
            <a:r>
              <a:rPr lang="en-US" dirty="0" err="1" smtClean="0"/>
              <a:t>xe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818495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/>
              <a:t>lại</a:t>
            </a:r>
            <a:r>
              <a:rPr lang="en-US" dirty="0"/>
              <a:t> file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app/Http/Controllers/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RentalController.php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404902"/>
            <a:ext cx="8564170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4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 </a:t>
            </a:r>
            <a:r>
              <a:rPr lang="en-US" dirty="0" err="1" smtClean="0"/>
              <a:t>Thêm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route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history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285750" y="2324414"/>
            <a:ext cx="11020425" cy="3544680"/>
            <a:chOff x="285750" y="2324414"/>
            <a:chExt cx="11020425" cy="354468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750" y="2324414"/>
              <a:ext cx="10983307" cy="3544680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285750" y="5048249"/>
              <a:ext cx="11020425" cy="5429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5147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11. View </a:t>
            </a:r>
            <a:r>
              <a:rPr lang="en-US" dirty="0" err="1" smtClean="0"/>
              <a:t>coi</a:t>
            </a:r>
            <a:r>
              <a:rPr lang="en-US" dirty="0" smtClean="0"/>
              <a:t> </a:t>
            </a:r>
            <a:r>
              <a:rPr lang="en-US" dirty="0" err="1" smtClean="0"/>
              <a:t>lịch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resources/views/rental/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history.blade.php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47586"/>
            <a:ext cx="6601746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85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View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442" y="1960563"/>
            <a:ext cx="7337054" cy="464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24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View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60563"/>
            <a:ext cx="6560820" cy="47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20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0551795" cy="1450757"/>
          </a:xfrm>
        </p:spPr>
        <p:txBody>
          <a:bodyPr/>
          <a:lstStyle/>
          <a:p>
            <a:r>
              <a:rPr lang="en-US" dirty="0" smtClean="0"/>
              <a:t>12.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link </a:t>
            </a:r>
            <a:r>
              <a:rPr lang="en-US" dirty="0" err="1" smtClean="0"/>
              <a:t>coi</a:t>
            </a:r>
            <a:r>
              <a:rPr lang="en-US" dirty="0" smtClean="0"/>
              <a:t> </a:t>
            </a:r>
            <a:r>
              <a:rPr lang="en-US" dirty="0" err="1" smtClean="0"/>
              <a:t>lịch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resources/views/layouts/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app.blade.php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58" y="3047676"/>
            <a:ext cx="10812384" cy="1619476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7400925" y="3971925"/>
            <a:ext cx="358691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3112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</TotalTime>
  <Words>299</Words>
  <Application>Microsoft Office PowerPoint</Application>
  <PresentationFormat>Widescreen</PresentationFormat>
  <Paragraphs>43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Wingdings</vt:lpstr>
      <vt:lpstr>Retrospect</vt:lpstr>
      <vt:lpstr>Trang thuê xe và trả xe </vt:lpstr>
      <vt:lpstr>1. Tạo RentalController</vt:lpstr>
      <vt:lpstr>2. Phần thuê xe</vt:lpstr>
      <vt:lpstr>2. Phần thuê xe (tt)</vt:lpstr>
      <vt:lpstr>2. Phần thuê xe (tt)</vt:lpstr>
      <vt:lpstr>2. Phần thuê xe (tt)</vt:lpstr>
      <vt:lpstr>2. Phần thuê xe (tt)</vt:lpstr>
      <vt:lpstr>3. Route thuê xe</vt:lpstr>
      <vt:lpstr>4. View thuê xe</vt:lpstr>
      <vt:lpstr>4. View thuê xe (tt)</vt:lpstr>
      <vt:lpstr>4. View thuê xe (tt)</vt:lpstr>
      <vt:lpstr>5. Phần trả xe</vt:lpstr>
      <vt:lpstr>5. Phần trả xe (tt)</vt:lpstr>
      <vt:lpstr>5. Phần trả xe (tt)</vt:lpstr>
      <vt:lpstr>6. Route trả xe</vt:lpstr>
      <vt:lpstr>7. View trả xe</vt:lpstr>
      <vt:lpstr>7. View trả xe (tt)</vt:lpstr>
      <vt:lpstr>7. View trả xe (tt)</vt:lpstr>
      <vt:lpstr>7. View trả xe (tt)</vt:lpstr>
      <vt:lpstr>8. Thêm đường link cho 2 nút thuê xe và trả xe</vt:lpstr>
      <vt:lpstr>9. Viết trang xem lịch sử thuê xe</vt:lpstr>
      <vt:lpstr>10. Thêm route</vt:lpstr>
      <vt:lpstr>11. View coi lịch sử</vt:lpstr>
      <vt:lpstr>11. View coi lịch sử (tt)</vt:lpstr>
      <vt:lpstr>11. View coi lịch sử (tt)</vt:lpstr>
      <vt:lpstr>12. Thêm đường link coi lịch sử vào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Trang thuê xe và trả xe </dc:title>
  <dc:creator>khanh le nguyen</dc:creator>
  <cp:lastModifiedBy>khanh le nguyen</cp:lastModifiedBy>
  <cp:revision>10</cp:revision>
  <dcterms:created xsi:type="dcterms:W3CDTF">2026-04-03T07:31:11Z</dcterms:created>
  <dcterms:modified xsi:type="dcterms:W3CDTF">2026-04-04T02:42:13Z</dcterms:modified>
</cp:coreProperties>
</file>