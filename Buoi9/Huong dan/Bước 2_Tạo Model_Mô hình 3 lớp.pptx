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-78" y="-11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4A68D-02E6-413F-A65B-D564C703978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7B77-8FB9-454A-B88F-1A204442B3D5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714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4A68D-02E6-413F-A65B-D564C703978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7B77-8FB9-454A-B88F-1A204442B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965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4A68D-02E6-413F-A65B-D564C703978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7B77-8FB9-454A-B88F-1A204442B3D5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372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4A68D-02E6-413F-A65B-D564C703978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7B77-8FB9-454A-B88F-1A204442B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883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4A68D-02E6-413F-A65B-D564C703978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7B77-8FB9-454A-B88F-1A204442B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438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4A68D-02E6-413F-A65B-D564C703978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7B77-8FB9-454A-B88F-1A204442B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370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4A68D-02E6-413F-A65B-D564C703978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7B77-8FB9-454A-B88F-1A204442B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485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3A4A68D-02E6-413F-A65B-D564C703978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247B77-8FB9-454A-B88F-1A204442B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129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4A68D-02E6-413F-A65B-D564C703978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7B77-8FB9-454A-B88F-1A204442B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612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4A68D-02E6-413F-A65B-D564C703978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7B77-8FB9-454A-B88F-1A204442B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106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4A68D-02E6-413F-A65B-D564C703978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7B77-8FB9-454A-B88F-1A204442B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479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3A4A68D-02E6-413F-A65B-D564C703978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D247B77-8FB9-454A-B88F-1A204442B3D5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747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MÔ HÌNH 3 LỚP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Xem</a:t>
            </a:r>
            <a:r>
              <a:rPr lang="en-US" dirty="0" smtClean="0"/>
              <a:t> qua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283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Mô</a:t>
            </a:r>
            <a:r>
              <a:rPr lang="en-GB" dirty="0"/>
              <a:t> </a:t>
            </a:r>
            <a:r>
              <a:rPr lang="en-GB" dirty="0" err="1"/>
              <a:t>hình</a:t>
            </a:r>
            <a:r>
              <a:rPr lang="en-GB" dirty="0"/>
              <a:t> 3 </a:t>
            </a:r>
            <a:r>
              <a:rPr lang="en-GB" dirty="0" err="1"/>
              <a:t>lớp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gì</a:t>
            </a:r>
            <a:r>
              <a:rPr lang="en-GB" dirty="0"/>
              <a:t>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30492" y="2276651"/>
            <a:ext cx="3822384" cy="4524315"/>
          </a:xfrm>
          <a:solidFill>
            <a:schemeClr val="bg1">
              <a:lumMod val="95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vi-VN" sz="2200" b="1" dirty="0"/>
              <a:t>Giao diện</a:t>
            </a:r>
          </a:p>
          <a:p>
            <a:r>
              <a:rPr lang="vi-VN" sz="1900" dirty="0"/>
              <a:t>Là phần người dùng nhìn thấy và bấm vào.</a:t>
            </a:r>
          </a:p>
          <a:p>
            <a:r>
              <a:rPr lang="vi-VN" sz="1900" dirty="0"/>
              <a:t>Ví dụ: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1900" dirty="0"/>
              <a:t>trang danh sách xe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1900" dirty="0"/>
              <a:t>form đăng ký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1900" dirty="0"/>
              <a:t>form thuê xe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1900" dirty="0"/>
              <a:t>nút thêm / sửa / xóa</a:t>
            </a:r>
          </a:p>
          <a:p>
            <a:r>
              <a:rPr lang="vi-VN" sz="1900" dirty="0"/>
              <a:t>Trong Laravel, phần này thường là: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1900" b="1" dirty="0"/>
              <a:t>Blade view</a:t>
            </a:r>
            <a:endParaRPr lang="vi-VN" sz="19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1900" dirty="0"/>
              <a:t>HTML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1900" dirty="0"/>
              <a:t>Bootstrap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1900" dirty="0"/>
              <a:t>CSS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1900" dirty="0"/>
              <a:t>JavaScript nhẹ</a:t>
            </a:r>
          </a:p>
          <a:p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140518" y="2276652"/>
            <a:ext cx="4040505" cy="4524314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sz="2200" b="1" dirty="0" smtClean="0"/>
              <a:t>X</a:t>
            </a:r>
            <a:r>
              <a:rPr lang="vi-VN" sz="2200" b="1" dirty="0" smtClean="0"/>
              <a:t>ử </a:t>
            </a:r>
            <a:r>
              <a:rPr lang="vi-VN" sz="2200" b="1" dirty="0"/>
              <a:t>lý nghiệp vụ</a:t>
            </a:r>
          </a:p>
          <a:p>
            <a:pPr>
              <a:lnSpc>
                <a:spcPct val="110000"/>
              </a:lnSpc>
            </a:pPr>
            <a:r>
              <a:rPr lang="vi-VN" sz="1900" dirty="0"/>
              <a:t>Là phần nhận yêu cầu từ người dùng rồi xử lý logic.</a:t>
            </a:r>
          </a:p>
          <a:p>
            <a:pPr>
              <a:lnSpc>
                <a:spcPct val="110000"/>
              </a:lnSpc>
            </a:pPr>
            <a:r>
              <a:rPr lang="vi-VN" sz="1900" dirty="0"/>
              <a:t>Ví dụ: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vi-VN" sz="1900" dirty="0"/>
              <a:t>người dùng bấm thuê xe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vi-VN" sz="1900" dirty="0" smtClean="0"/>
              <a:t>tính </a:t>
            </a:r>
            <a:r>
              <a:rPr lang="vi-VN" sz="1900" dirty="0"/>
              <a:t>số giờ thuê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vi-VN" sz="1900" dirty="0"/>
              <a:t>tính tổng tiền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vi-VN" sz="1900" dirty="0"/>
              <a:t>lưu dữ liệu vào database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vi-VN" sz="1900" dirty="0"/>
              <a:t>trả kết quả lại giao diện</a:t>
            </a:r>
          </a:p>
          <a:p>
            <a:pPr>
              <a:lnSpc>
                <a:spcPct val="110000"/>
              </a:lnSpc>
            </a:pPr>
            <a:r>
              <a:rPr lang="vi-VN" sz="1900" dirty="0"/>
              <a:t>Trong Laravel, phần này thường </a:t>
            </a:r>
            <a:r>
              <a:rPr lang="en-US" sz="1900" dirty="0" err="1" smtClean="0"/>
              <a:t>là</a:t>
            </a:r>
            <a:r>
              <a:rPr lang="vi-VN" sz="1900" dirty="0" smtClean="0"/>
              <a:t>:</a:t>
            </a:r>
            <a:endParaRPr lang="vi-VN" sz="1900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vi-VN" sz="1900" b="1" dirty="0"/>
              <a:t>Controller</a:t>
            </a:r>
            <a:endParaRPr lang="vi-VN" sz="1900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vi-VN" sz="1900" dirty="0"/>
              <a:t>đôi khi thêm Service nếu project lớn</a:t>
            </a:r>
          </a:p>
          <a:p>
            <a:endParaRPr lang="en-GB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1806951"/>
            <a:ext cx="6790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vi-V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đơn giản là hệ thống được chia thành </a:t>
            </a:r>
            <a:r>
              <a:rPr lang="vi-VN" sz="2000" b="1" dirty="0">
                <a:latin typeface="Arial" panose="020B0604020202020204" pitchFamily="34" charset="0"/>
                <a:cs typeface="Arial" panose="020B0604020202020204" pitchFamily="34" charset="0"/>
              </a:rPr>
              <a:t>3 phần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77225" y="2276652"/>
            <a:ext cx="3829050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 b="1" dirty="0"/>
              <a:t>Dữ liệu</a:t>
            </a:r>
          </a:p>
          <a:p>
            <a:r>
              <a:rPr lang="vi-VN" dirty="0"/>
              <a:t>Là phần làm việc với cơ sở dữ liệu</a:t>
            </a:r>
            <a:r>
              <a:rPr lang="vi-VN" dirty="0" smtClean="0"/>
              <a:t>.</a:t>
            </a:r>
            <a:endParaRPr lang="en-US" dirty="0" smtClean="0"/>
          </a:p>
          <a:p>
            <a:endParaRPr lang="vi-VN" dirty="0"/>
          </a:p>
          <a:p>
            <a:r>
              <a:rPr lang="vi-VN" dirty="0"/>
              <a:t>Ví dụ: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vi-VN" dirty="0"/>
              <a:t>lấy danh sách xe từ MySQL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vi-VN" dirty="0"/>
              <a:t>lưu user mới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vi-VN" dirty="0"/>
              <a:t>lưu đánh giá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vi-VN" dirty="0"/>
              <a:t>cập nhật trạng thái xe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vi-VN" dirty="0"/>
              <a:t>lấy lịch sử thuê xe</a:t>
            </a:r>
          </a:p>
          <a:p>
            <a:endParaRPr lang="en-US" dirty="0" smtClean="0"/>
          </a:p>
          <a:p>
            <a:r>
              <a:rPr lang="vi-VN" dirty="0" smtClean="0"/>
              <a:t>Trong </a:t>
            </a:r>
            <a:r>
              <a:rPr lang="vi-VN" dirty="0"/>
              <a:t>Laravel, phần này thường là: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vi-VN" b="1" dirty="0"/>
              <a:t>Model</a:t>
            </a:r>
            <a:endParaRPr lang="vi-VN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vi-VN" dirty="0"/>
              <a:t>Migration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vi-VN" dirty="0"/>
              <a:t>Seeder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vi-VN" dirty="0"/>
              <a:t>Database MySQL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950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3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?</a:t>
            </a:r>
            <a:endParaRPr lang="en-GB" dirty="0"/>
          </a:p>
        </p:txBody>
      </p:sp>
      <p:sp>
        <p:nvSpPr>
          <p:cNvPr id="8" name="AutoShape 6" descr="Mô Hình 3 Lớp Dùng Để Làm Gì? | CodeLearn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527685" y="1912409"/>
            <a:ext cx="5598795" cy="402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vi-VN" b="1" dirty="0"/>
              <a:t>Ưu điểm:</a:t>
            </a:r>
            <a:endParaRPr lang="vi-V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/>
              <a:t>Phân loại rõ ràng các lớp có các nhiệm vụ khác nhau. Từ đó ta có thể quản lý và duy trì project tốt hơn.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/>
              <a:t>Dễ dàng phân loại các hành động tại Business.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/>
              <a:t>Dễ dàng phân loại các hàm truy xuất tại Database, phân loại hàm theo table,…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/>
              <a:t>Ứng dụng được cho các project lớn ở bên ngoài.</a:t>
            </a:r>
          </a:p>
          <a:p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50" y="2043063"/>
            <a:ext cx="5287026" cy="256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31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Tạo</a:t>
            </a:r>
            <a:r>
              <a:rPr lang="en-US" dirty="0" smtClean="0"/>
              <a:t> Model (</a:t>
            </a:r>
            <a:r>
              <a:rPr lang="en-US" dirty="0" err="1" smtClean="0"/>
              <a:t>Lớp</a:t>
            </a:r>
            <a:r>
              <a:rPr lang="en-US" smtClean="0"/>
              <a:t> DAL)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060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1. </a:t>
            </a:r>
            <a:r>
              <a:rPr lang="en-GB" dirty="0" err="1" smtClean="0"/>
              <a:t>Tạo</a:t>
            </a:r>
            <a:r>
              <a:rPr lang="en-GB" dirty="0" smtClean="0"/>
              <a:t> </a:t>
            </a:r>
            <a:r>
              <a:rPr lang="en-GB" dirty="0"/>
              <a:t>model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459104" y="2007660"/>
            <a:ext cx="6170296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CMD,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project: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cd /d c:\xampp\htdocs\bikego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make:model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Station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make:model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Bicycle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make:model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Rental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make:model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StationReview</a:t>
            </a: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make:model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BicycleReview</a:t>
            </a: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817995" y="2007660"/>
            <a:ext cx="4937760" cy="4023360"/>
          </a:xfrm>
        </p:spPr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xong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app\Models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Station.php</a:t>
            </a:r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Bicycle.php</a:t>
            </a:r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Rental.php</a:t>
            </a:r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StationReview.php</a:t>
            </a:r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BicycleReview.php</a:t>
            </a:r>
            <a:endParaRPr lang="en-US" altLang="en-US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User.php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en-US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đã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có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từ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trước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70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GB" dirty="0" err="1"/>
              <a:t>Sửa</a:t>
            </a:r>
            <a:r>
              <a:rPr lang="en-GB" dirty="0"/>
              <a:t> model</a:t>
            </a:r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17546"/>
            <a:ext cx="100584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Sửa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Station.php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Mở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file </a:t>
            </a:r>
            <a:r>
              <a:rPr lang="en-US" altLang="en-US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app\Models\</a:t>
            </a:r>
            <a:r>
              <a:rPr lang="en-US" altLang="en-US" i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Station.php</a:t>
            </a:r>
            <a:r>
              <a:rPr lang="en-US" altLang="en-US" dirty="0" smtClean="0">
                <a:solidFill>
                  <a:schemeClr val="tx1"/>
                </a:solidFill>
              </a:rPr>
              <a:t>  </a:t>
            </a:r>
            <a:r>
              <a:rPr lang="en-US" altLang="en-US" dirty="0" smtClean="0">
                <a:solidFill>
                  <a:schemeClr val="tx1"/>
                </a:solidFill>
                <a:sym typeface="Symbol" panose="05050102010706020507" pitchFamily="18" charset="2"/>
              </a:rPr>
              <a:t> </a:t>
            </a:r>
            <a:r>
              <a:rPr lang="en-US" altLang="en-US" dirty="0" smtClean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sửa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thành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b="5301"/>
          <a:stretch/>
        </p:blipFill>
        <p:spPr>
          <a:xfrm>
            <a:off x="5833146" y="2525432"/>
            <a:ext cx="5784812" cy="38944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01" y="2525432"/>
            <a:ext cx="5054256" cy="406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80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GB" dirty="0" err="1"/>
              <a:t>Sửa</a:t>
            </a:r>
            <a:r>
              <a:rPr lang="en-GB" dirty="0"/>
              <a:t> </a:t>
            </a:r>
            <a:r>
              <a:rPr lang="en-GB" dirty="0" smtClean="0"/>
              <a:t>model (</a:t>
            </a:r>
            <a:r>
              <a:rPr lang="en-GB" dirty="0" err="1" smtClean="0"/>
              <a:t>tt</a:t>
            </a:r>
            <a:r>
              <a:rPr lang="en-GB" dirty="0" smtClean="0"/>
              <a:t>)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17546"/>
            <a:ext cx="62648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Chỉnh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bicycles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app\Models\</a:t>
            </a:r>
            <a:r>
              <a:rPr lang="en-US" altLang="en-US" i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Bicycle.php</a:t>
            </a:r>
            <a:r>
              <a:rPr lang="en-US" altLang="en-US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192" y="2525432"/>
            <a:ext cx="5234488" cy="33189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19" y="2525432"/>
            <a:ext cx="4596106" cy="401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325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GB" dirty="0" err="1"/>
              <a:t>Sửa</a:t>
            </a:r>
            <a:r>
              <a:rPr lang="en-GB" dirty="0"/>
              <a:t> </a:t>
            </a:r>
            <a:r>
              <a:rPr lang="en-GB" dirty="0" smtClean="0"/>
              <a:t>model (</a:t>
            </a:r>
            <a:r>
              <a:rPr lang="en-GB" dirty="0" err="1" smtClean="0"/>
              <a:t>tt</a:t>
            </a:r>
            <a:r>
              <a:rPr lang="en-GB" dirty="0" smtClean="0"/>
              <a:t>)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65171"/>
            <a:ext cx="58609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Sửa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Rental.php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Mở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app\Models\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Rental.php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thành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98" y="2700867"/>
            <a:ext cx="4024577" cy="40549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799" y="2700866"/>
            <a:ext cx="6487982" cy="405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32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GB" dirty="0" err="1"/>
              <a:t>Sửa</a:t>
            </a:r>
            <a:r>
              <a:rPr lang="en-GB" dirty="0"/>
              <a:t> </a:t>
            </a:r>
            <a:r>
              <a:rPr lang="en-GB" dirty="0" smtClean="0"/>
              <a:t>model (</a:t>
            </a:r>
            <a:r>
              <a:rPr lang="en-GB" dirty="0" err="1" smtClean="0"/>
              <a:t>tt</a:t>
            </a:r>
            <a:r>
              <a:rPr lang="en-GB" dirty="0" smtClean="0"/>
              <a:t>)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27071"/>
            <a:ext cx="694453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Sửa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StationReview.php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Mở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app\Models\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StationReview.php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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thành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12" y="2800150"/>
            <a:ext cx="4432137" cy="31733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413" y="2800150"/>
            <a:ext cx="4919988" cy="21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951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GB" dirty="0" err="1"/>
              <a:t>Sửa</a:t>
            </a:r>
            <a:r>
              <a:rPr lang="en-GB" dirty="0"/>
              <a:t> </a:t>
            </a:r>
            <a:r>
              <a:rPr lang="en-GB" dirty="0" smtClean="0"/>
              <a:t>model (</a:t>
            </a:r>
            <a:r>
              <a:rPr lang="en-GB" dirty="0" err="1" smtClean="0"/>
              <a:t>tt</a:t>
            </a:r>
            <a:r>
              <a:rPr lang="en-GB" dirty="0" smtClean="0"/>
              <a:t>)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84221"/>
            <a:ext cx="694453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Sửa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BicycleReview.php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Mở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app\Models\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BicycleReview.php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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thành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44" y="2738968"/>
            <a:ext cx="4486683" cy="31284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631" y="2738968"/>
            <a:ext cx="5484049" cy="247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37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GB" dirty="0" err="1"/>
              <a:t>Sửa</a:t>
            </a:r>
            <a:r>
              <a:rPr lang="en-GB" dirty="0"/>
              <a:t> </a:t>
            </a:r>
            <a:r>
              <a:rPr lang="en-GB" dirty="0" smtClean="0"/>
              <a:t>model (</a:t>
            </a:r>
            <a:r>
              <a:rPr lang="en-GB" dirty="0" err="1" smtClean="0"/>
              <a:t>tt</a:t>
            </a:r>
            <a:r>
              <a:rPr lang="en-GB" dirty="0" smtClean="0"/>
              <a:t>)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84221"/>
            <a:ext cx="39597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6"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Sửa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User.php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Mở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app\Models\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User.php</a:t>
            </a: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2667000"/>
            <a:ext cx="4610099" cy="40386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protected $fillable = [</a:t>
            </a:r>
            <a:b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'name',</a:t>
            </a:r>
            <a:b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'email',</a:t>
            </a:r>
            <a:b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'password',</a:t>
            </a:r>
            <a:b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US" alt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protected $fillable = [</a:t>
            </a:r>
            <a:b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'name',</a:t>
            </a:r>
            <a:b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'phone',</a:t>
            </a:r>
            <a:b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'email',</a:t>
            </a:r>
            <a:b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'password',</a:t>
            </a:r>
            <a:b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'role',</a:t>
            </a:r>
            <a:b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US" alt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33393" y="2667000"/>
            <a:ext cx="5153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cuối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class User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501" y="3181163"/>
            <a:ext cx="6058179" cy="298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1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229</TotalTime>
  <Words>420</Words>
  <Application>Microsoft Office PowerPoint</Application>
  <PresentationFormat>Custom</PresentationFormat>
  <Paragraphs>90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Retrospect</vt:lpstr>
      <vt:lpstr>MÔ HÌNH 3 LỚP</vt:lpstr>
      <vt:lpstr>Mô hình 3 lớp là gì?</vt:lpstr>
      <vt:lpstr>Mô hình 3 lớp là gì?</vt:lpstr>
      <vt:lpstr>Tạo Model (Lớp DAL)</vt:lpstr>
      <vt:lpstr>1. Tạo model</vt:lpstr>
      <vt:lpstr>2. Sửa model</vt:lpstr>
      <vt:lpstr>2. Sửa model (tt)</vt:lpstr>
      <vt:lpstr>2. Sửa model (tt)</vt:lpstr>
      <vt:lpstr>2. Sửa model (tt)</vt:lpstr>
      <vt:lpstr>2. Sửa model (tt)</vt:lpstr>
      <vt:lpstr>2. Sửa model (tt)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MÔ HÌNH 3 LỚP</dc:title>
  <dc:creator>khanh le nguyen</dc:creator>
  <cp:lastModifiedBy>NGUYEN LY HOANG THUONG</cp:lastModifiedBy>
  <cp:revision>21</cp:revision>
  <dcterms:created xsi:type="dcterms:W3CDTF">2026-03-16T11:21:51Z</dcterms:created>
  <dcterms:modified xsi:type="dcterms:W3CDTF">2026-10-12T06:51:22Z</dcterms:modified>
</cp:coreProperties>
</file>