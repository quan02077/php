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81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91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84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87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17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99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70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0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3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71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798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028F82-EB02-48A0-97DC-A54E91B780FA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AC199D-6119-416A-A070-92DC4D11CB5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79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hyperlink" Target="https://www.apachefriends.org/download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etcomposer.org/download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bikego/public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CÀI ĐẶT MÔI TRƯỜNG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99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XAMPP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798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www.apachefriends.org/download.html</a:t>
            </a:r>
            <a:r>
              <a:rPr lang="en-US" dirty="0" smtClean="0"/>
              <a:t> download </a:t>
            </a:r>
            <a:r>
              <a:rPr lang="en-US" dirty="0" err="1" smtClean="0"/>
              <a:t>xampp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b="1" dirty="0" smtClean="0"/>
              <a:t>XAMPP Control Panel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Bấm</a:t>
            </a:r>
            <a:r>
              <a:rPr lang="en-US" dirty="0" smtClean="0"/>
              <a:t> </a:t>
            </a:r>
            <a:r>
              <a:rPr lang="en-US" dirty="0"/>
              <a:t>Start </a:t>
            </a:r>
            <a:r>
              <a:rPr lang="en-US" dirty="0" err="1"/>
              <a:t>cho</a:t>
            </a:r>
            <a:r>
              <a:rPr lang="en-US" dirty="0"/>
              <a:t>: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/>
              <a:t>Apache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 smtClean="0"/>
              <a:t>MySQL</a:t>
            </a:r>
            <a:endParaRPr lang="en-GB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endParaRPr lang="en-US" dirty="0"/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endParaRPr lang="en-US" dirty="0" smtClean="0"/>
          </a:p>
          <a:p>
            <a:pPr marL="292608" lvl="1" indent="0">
              <a:buNone/>
            </a:pPr>
            <a:r>
              <a:rPr lang="en-US" dirty="0" smtClean="0"/>
              <a:t>	</a:t>
            </a:r>
            <a:r>
              <a:rPr lang="en-US" dirty="0" smtClean="0">
                <a:hlinkClick r:id="rId3"/>
              </a:rPr>
              <a:t>http://localhost</a:t>
            </a:r>
            <a:r>
              <a:rPr lang="en-US" dirty="0" smtClean="0"/>
              <a:t> </a:t>
            </a:r>
            <a:endParaRPr lang="en-US" dirty="0"/>
          </a:p>
          <a:p>
            <a:pPr marL="292608" lvl="1" indent="0">
              <a:buNone/>
            </a:pPr>
            <a:r>
              <a:rPr lang="en-US" dirty="0" smtClean="0"/>
              <a:t>        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Xampp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         local host </a:t>
            </a:r>
            <a:r>
              <a:rPr lang="en-GB" dirty="0" err="1" smtClean="0"/>
              <a:t>là</a:t>
            </a:r>
            <a:r>
              <a:rPr lang="en-GB" dirty="0" smtClean="0"/>
              <a:t> </a:t>
            </a:r>
            <a:r>
              <a:rPr lang="en-GB" dirty="0" err="1" smtClean="0"/>
              <a:t>được</a:t>
            </a:r>
            <a:endParaRPr lang="en-GB" dirty="0" smtClean="0"/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 err="1" smtClean="0"/>
              <a:t>Nhấn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nút</a:t>
            </a:r>
            <a:r>
              <a:rPr lang="en-US" dirty="0" smtClean="0"/>
              <a:t> Admin </a:t>
            </a:r>
            <a:r>
              <a:rPr lang="en-US" dirty="0" err="1" smtClean="0"/>
              <a:t>ngang</a:t>
            </a:r>
            <a:r>
              <a:rPr lang="en-US" dirty="0" smtClean="0"/>
              <a:t> hang</a:t>
            </a:r>
            <a:br>
              <a:rPr lang="en-US" dirty="0" smtClean="0"/>
            </a:br>
            <a:r>
              <a:rPr lang="en-US" dirty="0" smtClean="0"/>
              <a:t>MySQL.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của</a:t>
            </a:r>
            <a:r>
              <a:rPr lang="en-US" dirty="0" smtClean="0"/>
              <a:t> MySQL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274" y="2317088"/>
            <a:ext cx="6235337" cy="399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23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php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Path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48980"/>
            <a:ext cx="10058400" cy="50167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Windows: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the system environment variables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variables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dòng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C:\xampp\php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Bấm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OK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hết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terminal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Search Windows: 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cmd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như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trên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hình</a:t>
            </a: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9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Gõ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–v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  <a:tabLst/>
            </a:pP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     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Nếu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hiện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lên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phiên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bản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php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là</a:t>
            </a: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 Unicode MS"/>
              </a:rPr>
              <a:t>được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88"/>
          <a:stretch/>
        </p:blipFill>
        <p:spPr>
          <a:xfrm>
            <a:off x="8597659" y="1848980"/>
            <a:ext cx="2409975" cy="486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1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3. </a:t>
            </a:r>
            <a:r>
              <a:rPr lang="en-GB" dirty="0" err="1" smtClean="0"/>
              <a:t>Cài</a:t>
            </a:r>
            <a:r>
              <a:rPr lang="en-GB" dirty="0" smtClean="0"/>
              <a:t> </a:t>
            </a:r>
            <a:r>
              <a:rPr lang="en-GB" dirty="0" err="1" smtClean="0"/>
              <a:t>đặt</a:t>
            </a:r>
            <a:r>
              <a:rPr lang="en-GB" dirty="0"/>
              <a:t> </a:t>
            </a:r>
            <a:r>
              <a:rPr lang="en-GB" dirty="0" smtClean="0"/>
              <a:t>Composer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57329"/>
            <a:ext cx="100584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Composer for Windows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tại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đường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aseline="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https://getcomposer.org/download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Cài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cài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hỏi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đường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C:\xampp\php\php.exe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xong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terminal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composer -V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kumimoji="0" lang="en-US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hấy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Composer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37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nodejs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nodejs.org/en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download </a:t>
            </a:r>
            <a:r>
              <a:rPr lang="en-US" dirty="0" err="1" smtClean="0"/>
              <a:t>nodejs</a:t>
            </a:r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terminal, </a:t>
            </a:r>
            <a:r>
              <a:rPr lang="en-US" dirty="0" err="1" smtClean="0"/>
              <a:t>gõ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 err="1" smtClean="0"/>
              <a:t>npm</a:t>
            </a:r>
            <a:r>
              <a:rPr lang="en-US" i="1" dirty="0" smtClean="0"/>
              <a:t> –v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smtClean="0"/>
              <a:t>node –v </a:t>
            </a:r>
          </a:p>
          <a:p>
            <a:pPr marL="0" indent="0">
              <a:buNone/>
            </a:pPr>
            <a:r>
              <a:rPr lang="en-US" i="1" dirty="0" smtClean="0"/>
              <a:t>        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version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245"/>
          <a:stretch/>
        </p:blipFill>
        <p:spPr>
          <a:xfrm>
            <a:off x="1454331" y="4309298"/>
            <a:ext cx="2540090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1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project </a:t>
            </a:r>
            <a:r>
              <a:rPr lang="en-US" dirty="0" err="1" smtClean="0"/>
              <a:t>Laravel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76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project </a:t>
            </a:r>
            <a:r>
              <a:rPr lang="en-US" dirty="0" err="1" smtClean="0"/>
              <a:t>Laravel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7" y="1875880"/>
            <a:ext cx="6226628" cy="43159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htdocs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C:\xampp)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/d C:\xampp\htdocs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000" dirty="0" smtClean="0"/>
              <a:t>	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composer create-project </a:t>
            </a:r>
            <a:r>
              <a:rPr lang="en-GB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laravel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laravel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bikego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htdocs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xampp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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bikego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bikego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ko</a:t>
            </a:r>
            <a:r>
              <a:rPr lang="en-US" dirty="0"/>
              <a:t>?</a:t>
            </a:r>
            <a:endParaRPr lang="en-US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File .</a:t>
            </a:r>
            <a:r>
              <a:rPr lang="en-US" sz="2000" dirty="0" err="1" smtClean="0"/>
              <a:t>env</a:t>
            </a:r>
            <a:endParaRPr lang="en-US" sz="2000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 smtClean="0"/>
              <a:t>Thư</a:t>
            </a:r>
            <a:r>
              <a:rPr lang="en-US" sz="2000" dirty="0" smtClean="0"/>
              <a:t> </a:t>
            </a:r>
            <a:r>
              <a:rPr lang="en-US" sz="2000" dirty="0" err="1" smtClean="0"/>
              <a:t>mục</a:t>
            </a:r>
            <a:r>
              <a:rPr lang="en-US" sz="2000" dirty="0" smtClean="0"/>
              <a:t> vendor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 smtClean="0"/>
              <a:t>Thư</a:t>
            </a:r>
            <a:r>
              <a:rPr lang="en-US" sz="2000" dirty="0" smtClean="0"/>
              <a:t> </a:t>
            </a:r>
            <a:r>
              <a:rPr lang="en-US" sz="2000" dirty="0" err="1" smtClean="0"/>
              <a:t>mục</a:t>
            </a:r>
            <a:r>
              <a:rPr lang="en-US" sz="2000" dirty="0" smtClean="0"/>
              <a:t> public</a:t>
            </a:r>
            <a:endParaRPr 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983" y="1875880"/>
            <a:ext cx="5187017" cy="489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8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project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bikego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bikego</a:t>
            </a:r>
            <a:endParaRPr lang="en-US" altLang="en-US" b="1" dirty="0" smtClean="0">
              <a:solidFill>
                <a:schemeClr val="tx1"/>
              </a:solidFill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hạy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thử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	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artisan 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3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duyệt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  <a:latin typeface="Arial Unicode MS"/>
              </a:rPr>
              <a:t>	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://127.0.0.1:8000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</a:rPr>
              <a:t>       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  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apache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http://localhost/bikego/public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44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GB" dirty="0" err="1" smtClean="0"/>
              <a:t>Lưu</a:t>
            </a:r>
            <a:r>
              <a:rPr lang="en-GB" dirty="0" smtClean="0"/>
              <a:t> 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internet -&gt;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bước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</a:t>
            </a:r>
            <a:r>
              <a:rPr lang="en-US" dirty="0" err="1" smtClean="0"/>
              <a:t>tắt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internet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internet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sẵn</a:t>
            </a:r>
            <a:r>
              <a:rPr lang="en-US" dirty="0" smtClean="0"/>
              <a:t> 1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Laravel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r>
              <a:rPr lang="en-US" dirty="0" smtClean="0"/>
              <a:t> -&gt; Copy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C:\xampp\htdocs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189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</TotalTime>
  <Words>424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Courier New</vt:lpstr>
      <vt:lpstr>Symbol</vt:lpstr>
      <vt:lpstr>Wingdings</vt:lpstr>
      <vt:lpstr>Retrospect</vt:lpstr>
      <vt:lpstr>CÀI ĐẶT MÔI TRƯỜNG</vt:lpstr>
      <vt:lpstr>1. Cài đặt XAMPP</vt:lpstr>
      <vt:lpstr>2. Thêm php vào Path</vt:lpstr>
      <vt:lpstr>3. Cài đặt Composer</vt:lpstr>
      <vt:lpstr>4. Cài đặt nodejs</vt:lpstr>
      <vt:lpstr>Tạo project Laravel</vt:lpstr>
      <vt:lpstr>1. Tạo project Laravel</vt:lpstr>
      <vt:lpstr>2. Chạy thử project</vt:lpstr>
      <vt:lpstr>3. Lưu 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khanh le nguyen</dc:creator>
  <cp:lastModifiedBy>khanh le nguyen</cp:lastModifiedBy>
  <cp:revision>11</cp:revision>
  <dcterms:created xsi:type="dcterms:W3CDTF">2026-03-15T01:03:38Z</dcterms:created>
  <dcterms:modified xsi:type="dcterms:W3CDTF">2026-03-15T04:41:38Z</dcterms:modified>
</cp:coreProperties>
</file>