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316" r:id="rId10"/>
    <p:sldId id="263" r:id="rId11"/>
    <p:sldId id="267" r:id="rId12"/>
    <p:sldId id="276" r:id="rId13"/>
    <p:sldId id="277" r:id="rId14"/>
    <p:sldId id="278" r:id="rId15"/>
    <p:sldId id="264" r:id="rId16"/>
    <p:sldId id="279" r:id="rId17"/>
    <p:sldId id="268" r:id="rId18"/>
    <p:sldId id="265" r:id="rId19"/>
    <p:sldId id="281" r:id="rId20"/>
    <p:sldId id="315" r:id="rId21"/>
    <p:sldId id="312" r:id="rId22"/>
    <p:sldId id="269" r:id="rId23"/>
    <p:sldId id="286" r:id="rId24"/>
    <p:sldId id="287" r:id="rId25"/>
    <p:sldId id="308" r:id="rId26"/>
    <p:sldId id="288" r:id="rId27"/>
    <p:sldId id="289" r:id="rId28"/>
    <p:sldId id="296" r:id="rId29"/>
    <p:sldId id="297" r:id="rId30"/>
    <p:sldId id="298" r:id="rId31"/>
    <p:sldId id="299" r:id="rId32"/>
    <p:sldId id="300" r:id="rId33"/>
    <p:sldId id="302" r:id="rId34"/>
    <p:sldId id="303" r:id="rId35"/>
    <p:sldId id="304" r:id="rId36"/>
    <p:sldId id="291" r:id="rId37"/>
    <p:sldId id="292" r:id="rId38"/>
    <p:sldId id="293" r:id="rId39"/>
    <p:sldId id="294" r:id="rId40"/>
    <p:sldId id="313" r:id="rId41"/>
    <p:sldId id="314" r:id="rId42"/>
    <p:sldId id="311" r:id="rId43"/>
    <p:sldId id="307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E787C-9941-46AB-9135-62C44431579D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E06C1-7305-4C43-8FC2-72F73DD7C3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94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6E06C1-7305-4C43-8FC2-72F73DD7C3D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609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67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51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21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046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1856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14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7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3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665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768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23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BFA855-D14F-454E-9FDC-C1C66DA5AB9F}" type="datetimeFigureOut">
              <a:rPr lang="en-GB" smtClean="0"/>
              <a:t>02/04/2026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AF99A2B-D548-4230-AB9E-83CBBF27EE4F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07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duction.cas.so/address-kit/2025-07-01/provinces/79/commun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780395" cy="3566160"/>
          </a:xfrm>
        </p:spPr>
        <p:txBody>
          <a:bodyPr/>
          <a:lstStyle/>
          <a:p>
            <a:r>
              <a:rPr lang="en-US" dirty="0" smtClean="0"/>
              <a:t>DANH SÁCH CHỨC NĂNG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XEM LẠI ĐỂ CÓ CÁI NHÌN TỔNG QUÁT HƠN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42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năng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vi-VN" b="1" dirty="0" smtClean="0"/>
              <a:t>StationController</a:t>
            </a:r>
            <a:endParaRPr lang="vi-VN" b="1" dirty="0"/>
          </a:p>
          <a:p>
            <a:pPr marL="0" indent="0">
              <a:buNone/>
            </a:pPr>
            <a:r>
              <a:rPr lang="vi-VN" dirty="0" smtClean="0"/>
              <a:t>Quản </a:t>
            </a:r>
            <a:r>
              <a:rPr lang="vi-VN" dirty="0"/>
              <a:t>lý trạm</a:t>
            </a:r>
          </a:p>
          <a:p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 smtClean="0"/>
              <a:t>CRUD</a:t>
            </a:r>
            <a:endParaRPr lang="vi-VN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l</a:t>
            </a:r>
            <a:r>
              <a:rPr lang="vi-VN" sz="2000" dirty="0" smtClean="0"/>
              <a:t>ọc </a:t>
            </a:r>
            <a:r>
              <a:rPr lang="vi-VN" sz="2000" dirty="0"/>
              <a:t>theo phường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/>
              <a:t>s</a:t>
            </a:r>
            <a:r>
              <a:rPr lang="vi-VN" sz="2000" dirty="0" smtClean="0"/>
              <a:t>oft </a:t>
            </a:r>
            <a:r>
              <a:rPr lang="vi-VN" sz="2000" dirty="0"/>
              <a:t>delete / restore</a:t>
            </a:r>
          </a:p>
          <a:p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BicycleController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đạp</a:t>
            </a:r>
            <a:endParaRPr lang="en-GB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CRUD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gắn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trạm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thay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vị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trí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trạng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thái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oft 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delete / restore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661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UserController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user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StationReviewController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trạm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84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BicycleReviewController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RentalController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dirty="0" err="1">
                <a:latin typeface="Arial" panose="020B0604020202020204" pitchFamily="34" charset="0"/>
                <a:cs typeface="Arial" panose="020B0604020202020204" pitchFamily="34" charset="0"/>
              </a:rPr>
              <a:t>tiền</a:t>
            </a: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443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7"/>
            </a:pPr>
            <a:r>
              <a:rPr lang="en-GB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DashBoardController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kê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25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CHỨC NĂNG STATION</a:t>
            </a:r>
            <a:endParaRPr lang="en-GB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62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CHỨC NĂNG STATION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5570221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ADMIN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Sửa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thùng</a:t>
            </a:r>
            <a:r>
              <a:rPr lang="en-US" dirty="0" smtClean="0"/>
              <a:t> </a:t>
            </a:r>
            <a:r>
              <a:rPr lang="en-US" dirty="0" err="1" smtClean="0"/>
              <a:t>rác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Khôi</a:t>
            </a:r>
            <a:r>
              <a:rPr lang="en-US" dirty="0" smtClean="0"/>
              <a:t> </a:t>
            </a:r>
            <a:r>
              <a:rPr lang="en-US" dirty="0" err="1" smtClean="0"/>
              <a:t>phục</a:t>
            </a:r>
            <a:r>
              <a:rPr lang="en-US" dirty="0" smtClean="0"/>
              <a:t> (1 station, selected stations, all stations)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cứng</a:t>
            </a:r>
            <a:r>
              <a:rPr lang="en-US" dirty="0" smtClean="0"/>
              <a:t> </a:t>
            </a:r>
            <a:r>
              <a:rPr lang="en-US" dirty="0"/>
              <a:t>(1 station, selected </a:t>
            </a:r>
            <a:r>
              <a:rPr lang="en-US" dirty="0" smtClean="0"/>
              <a:t>stations, </a:t>
            </a:r>
            <a:r>
              <a:rPr lang="en-US" dirty="0"/>
              <a:t>all </a:t>
            </a:r>
            <a:r>
              <a:rPr lang="en-US" dirty="0" smtClean="0"/>
              <a:t>stations)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837045" y="1845734"/>
            <a:ext cx="4937760" cy="4023360"/>
          </a:xfrm>
        </p:spPr>
        <p:txBody>
          <a:bodyPr/>
          <a:lstStyle/>
          <a:p>
            <a:r>
              <a:rPr lang="en-US" dirty="0" smtClean="0"/>
              <a:t>USER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 smtClean="0"/>
              <a:t>Lọc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phường</a:t>
            </a:r>
            <a:r>
              <a:rPr lang="en-US" dirty="0" smtClean="0"/>
              <a:t>, </a:t>
            </a:r>
            <a:r>
              <a:rPr lang="en-US" dirty="0" err="1" smtClean="0"/>
              <a:t>xã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641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Lưu</a:t>
            </a:r>
            <a:r>
              <a:rPr lang="en-US" dirty="0" smtClean="0"/>
              <a:t> ý 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phường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</a:p>
          <a:p>
            <a:pPr marL="201168" lvl="1" indent="0">
              <a:buNone/>
            </a:pPr>
            <a:r>
              <a:rPr lang="en-GB" sz="2000" dirty="0" smtClean="0">
                <a:hlinkClick r:id="rId2"/>
              </a:rPr>
              <a:t>https</a:t>
            </a:r>
            <a:r>
              <a:rPr lang="en-GB" sz="2000" dirty="0">
                <a:hlinkClick r:id="rId2"/>
              </a:rPr>
              <a:t>://</a:t>
            </a:r>
            <a:r>
              <a:rPr lang="en-GB" sz="2000" dirty="0" smtClean="0">
                <a:hlinkClick r:id="rId2"/>
              </a:rPr>
              <a:t>production.cas.so/address-kit/2025-07-01/provinces/79/communes</a:t>
            </a:r>
            <a:r>
              <a:rPr lang="en-GB" sz="2000" dirty="0" smtClean="0"/>
              <a:t>  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đi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, do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internet 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phường</a:t>
            </a:r>
            <a:r>
              <a:rPr lang="en-US" dirty="0" smtClean="0"/>
              <a:t> </a:t>
            </a:r>
            <a:r>
              <a:rPr lang="en-US" dirty="0" err="1" smtClean="0"/>
              <a:t>xã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1 file </a:t>
            </a:r>
            <a:r>
              <a:rPr lang="en-US" dirty="0" err="1" smtClean="0"/>
              <a:t>json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lấy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file </a:t>
            </a:r>
            <a:r>
              <a:rPr lang="en-US" dirty="0" err="1" smtClean="0"/>
              <a:t>json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endParaRPr lang="en-GB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file </a:t>
            </a:r>
            <a:r>
              <a:rPr lang="en-US" dirty="0" err="1" smtClean="0"/>
              <a:t>json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public\data\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wards.json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390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WardHelper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get_Wards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phường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app/Helper/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WardHelper.php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828651"/>
            <a:ext cx="6763694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3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Tạo</a:t>
            </a:r>
            <a:r>
              <a:rPr lang="en-US" dirty="0" smtClean="0"/>
              <a:t> Controller Station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79757"/>
            <a:ext cx="1013269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kumimoji="0" lang="en-US" altLang="en-US" b="0" i="1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/d C:\xampp\htdocs\bikego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+mj-lt"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StationController</a:t>
            </a:r>
            <a:endParaRPr kumimoji="0" lang="en-US" altLang="en-US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193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/>
              <a:t>Tạo</a:t>
            </a:r>
            <a:r>
              <a:rPr lang="en-US" dirty="0"/>
              <a:t> Controller </a:t>
            </a:r>
            <a:r>
              <a:rPr lang="en-US" dirty="0" smtClean="0"/>
              <a:t>Station(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1216"/>
          </a:xfrm>
        </p:spPr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app/Http/Controllers/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StationController.php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75324"/>
            <a:ext cx="7135221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8575"/>
            <a:ext cx="6736145" cy="39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61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6" y="1978430"/>
            <a:ext cx="5798549" cy="43014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1978430"/>
            <a:ext cx="6134552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0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1" y="1966791"/>
            <a:ext cx="5722194" cy="42625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966791"/>
            <a:ext cx="6148900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1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71528"/>
            <a:ext cx="6122670" cy="240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2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52200"/>
          <a:stretch/>
        </p:blipFill>
        <p:spPr>
          <a:xfrm>
            <a:off x="171014" y="1870710"/>
            <a:ext cx="6401236" cy="211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63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Tạo</a:t>
            </a:r>
            <a:r>
              <a:rPr lang="en-US" dirty="0"/>
              <a:t> Controller Station(</a:t>
            </a:r>
            <a:r>
              <a:rPr lang="en-US" dirty="0" err="1"/>
              <a:t>tt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985654"/>
            <a:ext cx="9637395" cy="476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45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Thêm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1845734"/>
            <a:ext cx="10058400" cy="40233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GB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04838"/>
            <a:ext cx="7897327" cy="366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767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Thêm</a:t>
            </a:r>
            <a:r>
              <a:rPr lang="en-US" dirty="0" smtClean="0"/>
              <a:t> route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1845734"/>
            <a:ext cx="10058400" cy="402336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file 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GB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000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 </a:t>
            </a:r>
            <a:r>
              <a:rPr lang="en-GB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GB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66677"/>
            <a:ext cx="9189558" cy="278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72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53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View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View Index (</a:t>
            </a:r>
            <a:r>
              <a:rPr lang="en-US" dirty="0" err="1" smtClean="0"/>
              <a:t>cho</a:t>
            </a:r>
            <a:r>
              <a:rPr lang="en-US" dirty="0" smtClean="0"/>
              <a:t> User)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View Index (</a:t>
            </a:r>
            <a:r>
              <a:rPr lang="en-US" dirty="0" err="1" smtClean="0"/>
              <a:t>cho</a:t>
            </a:r>
            <a:r>
              <a:rPr lang="en-US" dirty="0" smtClean="0"/>
              <a:t> Admin)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View Trash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View Create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mtClean="0"/>
              <a:t>View Edit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6538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 smtClean="0"/>
              <a:t>Tạo</a:t>
            </a:r>
            <a:r>
              <a:rPr lang="en-US" dirty="0" smtClean="0"/>
              <a:t> view </a:t>
            </a:r>
            <a:r>
              <a:rPr lang="en-GB" dirty="0" smtClean="0"/>
              <a:t>ADMIN INDEX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90770"/>
            <a:ext cx="10058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admin/stations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index.blade.php</a:t>
            </a:r>
            <a:endParaRPr kumimoji="0" lang="en-US" altLang="en-US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3014488"/>
            <a:ext cx="9742911" cy="296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4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GB" dirty="0"/>
              <a:t>ADMIN </a:t>
            </a:r>
            <a:r>
              <a:rPr lang="en-GB" dirty="0" smtClean="0"/>
              <a:t>INDEX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85683"/>
            <a:ext cx="5562938" cy="434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0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GB" dirty="0"/>
              <a:t>ADMIN </a:t>
            </a:r>
            <a:r>
              <a:rPr lang="en-GB" dirty="0" smtClean="0"/>
              <a:t>INDEX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2768"/>
            <a:ext cx="10304145" cy="484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231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4.1.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GB" dirty="0"/>
              <a:t>ADMIN </a:t>
            </a:r>
            <a:r>
              <a:rPr lang="en-GB" dirty="0" smtClean="0"/>
              <a:t>INDEX (</a:t>
            </a:r>
            <a:r>
              <a:rPr lang="en-GB" dirty="0" err="1" smtClean="0"/>
              <a:t>tt</a:t>
            </a:r>
            <a:r>
              <a:rPr lang="en-GB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62065"/>
            <a:ext cx="4821609" cy="13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37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</a:t>
            </a:r>
            <a:r>
              <a:rPr lang="en-US" dirty="0" err="1" smtClean="0"/>
              <a:t>Tạo</a:t>
            </a:r>
            <a:r>
              <a:rPr lang="en-US" dirty="0" smtClean="0"/>
              <a:t> form Create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202266"/>
          </a:xfrm>
        </p:spPr>
        <p:txBody>
          <a:bodyPr>
            <a:norm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admin/stations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31" y="2542610"/>
            <a:ext cx="6420244" cy="42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16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4.2. </a:t>
            </a:r>
            <a:r>
              <a:rPr lang="en-US" dirty="0" err="1"/>
              <a:t>Tạo</a:t>
            </a:r>
            <a:r>
              <a:rPr lang="en-US" dirty="0"/>
              <a:t> form </a:t>
            </a:r>
            <a:r>
              <a:rPr lang="en-US" dirty="0" smtClean="0"/>
              <a:t>Create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95141"/>
            <a:ext cx="6589395" cy="48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45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4.3. </a:t>
            </a:r>
            <a:r>
              <a:rPr lang="en-US" dirty="0" err="1" smtClean="0"/>
              <a:t>Tạo</a:t>
            </a:r>
            <a:r>
              <a:rPr lang="en-US" dirty="0" smtClean="0"/>
              <a:t> form Edit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admin/stations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edit.blade.php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7565"/>
          <a:stretch/>
        </p:blipFill>
        <p:spPr>
          <a:xfrm>
            <a:off x="1966430" y="2957272"/>
            <a:ext cx="8017937" cy="32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80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4.3. </a:t>
            </a:r>
            <a:r>
              <a:rPr lang="en-US" dirty="0" err="1"/>
              <a:t>Tạo</a:t>
            </a:r>
            <a:r>
              <a:rPr lang="en-US" dirty="0"/>
              <a:t> 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9482"/>
            <a:ext cx="7672777" cy="437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625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4.3. </a:t>
            </a:r>
            <a:r>
              <a:rPr lang="en-US" dirty="0" err="1"/>
              <a:t>Tạo</a:t>
            </a:r>
            <a:r>
              <a:rPr lang="en-US" dirty="0"/>
              <a:t> 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852317"/>
            <a:ext cx="8046720" cy="447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0439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4.3. </a:t>
            </a:r>
            <a:r>
              <a:rPr lang="en-US" dirty="0" err="1"/>
              <a:t>Tạo</a:t>
            </a:r>
            <a:r>
              <a:rPr lang="en-US" dirty="0"/>
              <a:t> form </a:t>
            </a:r>
            <a:r>
              <a:rPr lang="en-US" dirty="0" smtClean="0"/>
              <a:t>Edit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5182"/>
            <a:ext cx="8722468" cy="479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11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4.4. </a:t>
            </a:r>
            <a:r>
              <a:rPr lang="en-US" dirty="0" err="1" smtClean="0"/>
              <a:t>Tạo</a:t>
            </a:r>
            <a:r>
              <a:rPr lang="en-US" dirty="0" smtClean="0"/>
              <a:t> view </a:t>
            </a:r>
            <a:r>
              <a:rPr lang="en-US" dirty="0" err="1" smtClean="0"/>
              <a:t>Thùng</a:t>
            </a:r>
            <a:r>
              <a:rPr lang="en-US" dirty="0" smtClean="0"/>
              <a:t> </a:t>
            </a:r>
            <a:r>
              <a:rPr lang="en-US" dirty="0" err="1" smtClean="0"/>
              <a:t>rác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GB" b="1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admin/stations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trash.blade.php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9515"/>
          <a:stretch/>
        </p:blipFill>
        <p:spPr>
          <a:xfrm>
            <a:off x="2728375" y="2728699"/>
            <a:ext cx="8704917" cy="17480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94155"/>
          <a:stretch/>
        </p:blipFill>
        <p:spPr>
          <a:xfrm>
            <a:off x="2728375" y="4475588"/>
            <a:ext cx="9508993" cy="21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93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87988"/>
          <a:stretch/>
        </p:blipFill>
        <p:spPr>
          <a:xfrm>
            <a:off x="1166217" y="1856677"/>
            <a:ext cx="8526065" cy="6007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72766"/>
          <a:stretch/>
        </p:blipFill>
        <p:spPr>
          <a:xfrm>
            <a:off x="1166216" y="4152900"/>
            <a:ext cx="8526065" cy="1362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23820" b="42280"/>
          <a:stretch/>
        </p:blipFill>
        <p:spPr>
          <a:xfrm>
            <a:off x="1166216" y="2457450"/>
            <a:ext cx="852606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77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32" y="1857107"/>
            <a:ext cx="11292095" cy="431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806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4.4. </a:t>
            </a:r>
            <a:r>
              <a:rPr lang="en-US" dirty="0" err="1"/>
              <a:t>Tạo</a:t>
            </a:r>
            <a:r>
              <a:rPr lang="en-US" dirty="0"/>
              <a:t> view </a:t>
            </a:r>
            <a:r>
              <a:rPr lang="en-US" dirty="0" err="1"/>
              <a:t>Thùng</a:t>
            </a:r>
            <a:r>
              <a:rPr lang="en-US" dirty="0"/>
              <a:t> </a:t>
            </a:r>
            <a:r>
              <a:rPr lang="en-US" dirty="0" err="1" smtClean="0"/>
              <a:t>rác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1444"/>
          <a:stretch/>
        </p:blipFill>
        <p:spPr>
          <a:xfrm>
            <a:off x="1097280" y="1890391"/>
            <a:ext cx="6748671" cy="28530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82992"/>
          <a:stretch/>
        </p:blipFill>
        <p:spPr>
          <a:xfrm>
            <a:off x="1097280" y="4743450"/>
            <a:ext cx="6748671" cy="828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94177"/>
          <a:stretch/>
        </p:blipFill>
        <p:spPr>
          <a:xfrm>
            <a:off x="994985" y="5572125"/>
            <a:ext cx="6850966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22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90770"/>
            <a:ext cx="10058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kumimoji="0" lang="en-US" altLang="en-US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stations</a:t>
            </a:r>
            <a:r>
              <a:rPr kumimoji="0" lang="en-US" altLang="en-US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en-US" altLang="en-US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index.blade.php</a:t>
            </a:r>
            <a:endParaRPr kumimoji="0" lang="en-US" altLang="en-US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837" y="3071584"/>
            <a:ext cx="7315997" cy="36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14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5180"/>
            <a:ext cx="8199120" cy="439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0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3280"/>
            <a:ext cx="6913245" cy="442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4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4" y="1942766"/>
            <a:ext cx="11336332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04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33242"/>
            <a:ext cx="6887536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1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4.5. </a:t>
            </a:r>
            <a:r>
              <a:rPr lang="en-US" dirty="0" err="1" smtClean="0"/>
              <a:t>Tạo</a:t>
            </a:r>
            <a:r>
              <a:rPr lang="en-US" dirty="0" smtClean="0"/>
              <a:t> view INDEX (</a:t>
            </a:r>
            <a:r>
              <a:rPr lang="en-US" dirty="0" err="1" smtClean="0"/>
              <a:t>cho</a:t>
            </a:r>
            <a:r>
              <a:rPr lang="en-US" dirty="0" smtClean="0"/>
              <a:t> USER)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95272"/>
            <a:ext cx="6304099" cy="321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7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bootstrap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24000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Chỉnh</a:t>
            </a:r>
            <a:r>
              <a:rPr lang="en-US" dirty="0" smtClean="0"/>
              <a:t> </a:t>
            </a:r>
            <a:r>
              <a:rPr lang="en-US" dirty="0" err="1" smtClean="0"/>
              <a:t>AppServiceProvider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app/Providers/</a:t>
            </a:r>
            <a:r>
              <a:rPr lang="en-US" altLang="en-US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AppServiceProvider.php</a:t>
            </a:r>
            <a:endParaRPr lang="en-US" altLang="en-US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2"/>
            </a:pP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Chỉnh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endParaRPr lang="en-US" altLang="en-US" sz="2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404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use 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Illuminate\Pagination\</a:t>
            </a:r>
            <a:r>
              <a:rPr lang="en-GB" sz="20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Paginator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altLang="en-US" sz="2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boot</a:t>
            </a:r>
            <a:r>
              <a:rPr lang="en-GB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(): </a:t>
            </a:r>
            <a:r>
              <a:rPr lang="en-GB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pPr marL="384048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000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lang="en-GB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13" y="3857414"/>
            <a:ext cx="3454179" cy="96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75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667</TotalTime>
  <Words>625</Words>
  <Application>Microsoft Office PowerPoint</Application>
  <PresentationFormat>Widescreen</PresentationFormat>
  <Paragraphs>128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Symbol</vt:lpstr>
      <vt:lpstr>Wingdings</vt:lpstr>
      <vt:lpstr>Retrospect</vt:lpstr>
      <vt:lpstr>DANH SÁCH CHỨC NĂNG</vt:lpstr>
      <vt:lpstr>Danh sách Chức năng cần có</vt:lpstr>
      <vt:lpstr>Danh sách Chức năng cần có (tt)</vt:lpstr>
      <vt:lpstr>Danh sách Chức năng cần có (tt)</vt:lpstr>
      <vt:lpstr>Danh sách Chức năng cần có (tt)</vt:lpstr>
      <vt:lpstr>CHỨC NĂNG STATION</vt:lpstr>
      <vt:lpstr>CHỨC NĂNG STATION</vt:lpstr>
      <vt:lpstr>Lưu ý :</vt:lpstr>
      <vt:lpstr>1. Tạo WardHelper</vt:lpstr>
      <vt:lpstr>2. Tạo Controller Station</vt:lpstr>
      <vt:lpstr>2. Tạo Controller Station(tt)</vt:lpstr>
      <vt:lpstr>2. Tạo Controller Station(tt)</vt:lpstr>
      <vt:lpstr>2. Tạo Controller Station(tt)</vt:lpstr>
      <vt:lpstr>2. Tạo Controller Station(tt)</vt:lpstr>
      <vt:lpstr>2. Tạo Controller Station(tt)</vt:lpstr>
      <vt:lpstr>2. Tạo Controller Station(tt)</vt:lpstr>
      <vt:lpstr>2. Tạo Controller Station(tt)</vt:lpstr>
      <vt:lpstr>3. Thêm route</vt:lpstr>
      <vt:lpstr>3. Thêm route</vt:lpstr>
      <vt:lpstr>Tạo View</vt:lpstr>
      <vt:lpstr>4. Tạo View</vt:lpstr>
      <vt:lpstr>4.1. Tạo view ADMIN INDEX</vt:lpstr>
      <vt:lpstr>4.1. Tạo view ADMIN INDEX (tt)</vt:lpstr>
      <vt:lpstr>4.1. Tạo view ADMIN INDEX (tt)</vt:lpstr>
      <vt:lpstr>4.1. Tạo view ADMIN INDEX (tt)</vt:lpstr>
      <vt:lpstr>4.2. Tạo form Create</vt:lpstr>
      <vt:lpstr>4.2. Tạo form Create (tt)</vt:lpstr>
      <vt:lpstr>4.3. Tạo form Edit</vt:lpstr>
      <vt:lpstr>4.3. Tạo form Edit (tt)</vt:lpstr>
      <vt:lpstr>4.3. Tạo form Edit (tt)</vt:lpstr>
      <vt:lpstr>4.3. Tạo form Edit (tt)</vt:lpstr>
      <vt:lpstr>4.4. Tạo view Thùng rác</vt:lpstr>
      <vt:lpstr>4.4. Tạo view Thùng rác (tt)</vt:lpstr>
      <vt:lpstr>4.4. Tạo view Thùng rác (tt)</vt:lpstr>
      <vt:lpstr>4.4. Tạo view Thùng rác (tt)</vt:lpstr>
      <vt:lpstr>4.5. Tạo view INDEX (cho USER)</vt:lpstr>
      <vt:lpstr>4.5. Tạo view INDEX (cho USER) (tt)</vt:lpstr>
      <vt:lpstr>4.5. Tạo view INDEX (cho USER) (tt)</vt:lpstr>
      <vt:lpstr>4.5. Tạo view INDEX (cho USER) (tt)</vt:lpstr>
      <vt:lpstr>4.5. Tạo view INDEX (cho USER) (tt)</vt:lpstr>
      <vt:lpstr>4.5. Tạo view INDEX (cho USER) (tt)</vt:lpstr>
      <vt:lpstr>Sử dụng bootstrap cho phần phân trang </vt:lpstr>
      <vt:lpstr>5. Chỉnh AppServiceProvider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Tạo Controller (Lớp BLL)</dc:title>
  <dc:creator>khanh le nguyen</dc:creator>
  <cp:lastModifiedBy>khanh le nguyen</cp:lastModifiedBy>
  <cp:revision>54</cp:revision>
  <dcterms:created xsi:type="dcterms:W3CDTF">2026-03-17T06:42:47Z</dcterms:created>
  <dcterms:modified xsi:type="dcterms:W3CDTF">2026-04-02T08:13:11Z</dcterms:modified>
</cp:coreProperties>
</file>