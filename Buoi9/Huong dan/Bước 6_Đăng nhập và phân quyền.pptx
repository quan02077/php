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6" r:id="rId5"/>
    <p:sldId id="268" r:id="rId6"/>
    <p:sldId id="262" r:id="rId7"/>
    <p:sldId id="263" r:id="rId8"/>
    <p:sldId id="269" r:id="rId9"/>
    <p:sldId id="270" r:id="rId10"/>
    <p:sldId id="271" r:id="rId11"/>
    <p:sldId id="272" r:id="rId12"/>
    <p:sldId id="300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9" r:id="rId38"/>
    <p:sldId id="298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312" autoAdjust="0"/>
  </p:normalViewPr>
  <p:slideViewPr>
    <p:cSldViewPr snapToGrid="0">
      <p:cViewPr varScale="1">
        <p:scale>
          <a:sx n="75" d="100"/>
          <a:sy n="75" d="100"/>
        </p:scale>
        <p:origin x="8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88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64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33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21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6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23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9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0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519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3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8BB431-6EF4-49B2-9796-3403CB72D3FE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71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ĐĂNG NHẬP &amp; PHÂN QUYỀN</a:t>
            </a:r>
            <a:endParaRPr lang="en-GB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605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CÁC YÊU CẦU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NHẮC LẠI CÁC YÊU CẦU VỀ ĐĂNG KÝ, ĐĂNG NHẬP VÀ PHÂN QUYỀN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04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952480" cy="488018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Họ </a:t>
            </a:r>
            <a:r>
              <a:rPr lang="vi-VN" sz="1600" dirty="0"/>
              <a:t>tên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 </a:t>
            </a:r>
            <a:r>
              <a:rPr lang="vi-VN" sz="1600" dirty="0" smtClean="0"/>
              <a:t>Chứa </a:t>
            </a:r>
            <a:r>
              <a:rPr lang="vi-VN" sz="1600" dirty="0"/>
              <a:t>tối thiểu 3 ký </a:t>
            </a:r>
            <a:r>
              <a:rPr lang="vi-VN" sz="1600" dirty="0" smtClean="0"/>
              <a:t>tự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 </a:t>
            </a:r>
            <a:r>
              <a:rPr lang="vi-VN" sz="1600" dirty="0"/>
              <a:t>a-zA-Z và khoảng </a:t>
            </a:r>
            <a:r>
              <a:rPr lang="vi-VN" sz="1600" dirty="0" smtClean="0"/>
              <a:t>trắng</a:t>
            </a:r>
            <a:r>
              <a:rPr lang="en-US" sz="1600" dirty="0" smtClean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có </a:t>
            </a:r>
            <a:r>
              <a:rPr lang="vi-VN" sz="1600" dirty="0"/>
              <a:t>thể nhập tiếng Việt có </a:t>
            </a:r>
            <a:r>
              <a:rPr lang="vi-VN" sz="1600" dirty="0" smtClean="0"/>
              <a:t>dấu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Số </a:t>
            </a:r>
            <a:r>
              <a:rPr lang="vi-VN" sz="1600" dirty="0"/>
              <a:t>điện </a:t>
            </a:r>
            <a:r>
              <a:rPr lang="vi-VN" sz="1600" dirty="0" smtClean="0"/>
              <a:t>thoại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Chứa </a:t>
            </a:r>
            <a:r>
              <a:rPr lang="vi-VN" sz="1600" dirty="0"/>
              <a:t>10 ký số và bắt đầu bằng số 0 hoặc chứa 11 ký </a:t>
            </a:r>
            <a:r>
              <a:rPr lang="vi-VN" sz="1600" dirty="0" smtClean="0"/>
              <a:t>số </a:t>
            </a:r>
            <a:r>
              <a:rPr lang="vi-VN" sz="1600" dirty="0"/>
              <a:t>và phải bắt đầu bằng hoặc +84 hoặc </a:t>
            </a:r>
            <a:r>
              <a:rPr lang="vi-VN" sz="1600" dirty="0" smtClean="0"/>
              <a:t>84.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Mỗi </a:t>
            </a:r>
            <a:r>
              <a:rPr lang="vi-VN" sz="1600" dirty="0"/>
              <a:t>số điện thoại chỉ được đăng ký </a:t>
            </a:r>
            <a:r>
              <a:rPr lang="en-US" sz="1600" dirty="0" smtClean="0"/>
              <a:t> </a:t>
            </a:r>
            <a:r>
              <a:rPr lang="vi-VN" sz="1600" dirty="0" smtClean="0"/>
              <a:t>cho </a:t>
            </a:r>
            <a:r>
              <a:rPr lang="vi-VN" sz="1600" dirty="0"/>
              <a:t>một tài </a:t>
            </a:r>
            <a:r>
              <a:rPr lang="vi-VN" sz="1600" dirty="0" smtClean="0"/>
              <a:t>khoản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Email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1600" dirty="0" smtClean="0"/>
              <a:t>hải </a:t>
            </a:r>
            <a:r>
              <a:rPr lang="vi-VN" sz="1600" dirty="0"/>
              <a:t>tuân theo cấu trúc tên@domain, trong đó: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Phần </a:t>
            </a:r>
            <a:r>
              <a:rPr lang="vi-VN" sz="1600" dirty="0"/>
              <a:t>tên chứa </a:t>
            </a:r>
            <a:r>
              <a:rPr lang="vi-VN" sz="1600" dirty="0" smtClean="0"/>
              <a:t>6-30 </a:t>
            </a:r>
            <a:r>
              <a:rPr lang="vi-VN" sz="1600" dirty="0"/>
              <a:t>ký tự a-z hoặc số 0-9 hoặc dấu chấm (.), không được bắt đầu hoặc kết thúc </a:t>
            </a:r>
            <a:r>
              <a:rPr lang="vi-VN" sz="1600" dirty="0" smtClean="0"/>
              <a:t>bằng </a:t>
            </a:r>
            <a:r>
              <a:rPr lang="vi-VN" sz="1600" dirty="0"/>
              <a:t>dấu chấm và không được có 2 dấu chấm liên tiếp </a:t>
            </a:r>
            <a:r>
              <a:rPr lang="vi-VN" sz="1600" dirty="0" smtClean="0"/>
              <a:t>nhau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1600" dirty="0" smtClean="0"/>
              <a:t>hần </a:t>
            </a:r>
            <a:r>
              <a:rPr lang="vi-VN" sz="1600" dirty="0"/>
              <a:t>domain chỉ </a:t>
            </a:r>
            <a:r>
              <a:rPr lang="vi-VN" sz="1600" dirty="0" smtClean="0"/>
              <a:t>chấp </a:t>
            </a:r>
            <a:r>
              <a:rPr lang="vi-VN" sz="1600" dirty="0"/>
              <a:t>nhận domain </a:t>
            </a:r>
            <a:r>
              <a:rPr lang="vi-VN" sz="1600" dirty="0" smtClean="0"/>
              <a:t>gmail.com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Mỗi </a:t>
            </a:r>
            <a:r>
              <a:rPr lang="vi-VN" sz="1600" dirty="0"/>
              <a:t>email chỉ được đăng ký cho một tài khoản</a:t>
            </a:r>
            <a:r>
              <a:rPr lang="vi-VN" sz="1600" dirty="0" smtClean="0"/>
              <a:t>.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dirty="0" smtClean="0"/>
              <a:t>  </a:t>
            </a:r>
            <a:r>
              <a:rPr lang="vi-VN" sz="1600" dirty="0" smtClean="0"/>
              <a:t>Mật </a:t>
            </a:r>
            <a:r>
              <a:rPr lang="vi-VN" sz="1600" dirty="0"/>
              <a:t>khẩu </a:t>
            </a:r>
            <a:r>
              <a:rPr lang="en-US" sz="1600" dirty="0" smtClean="0"/>
              <a:t>c</a:t>
            </a:r>
            <a:r>
              <a:rPr lang="vi-VN" sz="1600" dirty="0" smtClean="0"/>
              <a:t>hứa </a:t>
            </a:r>
            <a:r>
              <a:rPr lang="vi-VN" sz="1600" dirty="0"/>
              <a:t>ít nhất 8 ký tự bất kỳ, trong đó </a:t>
            </a:r>
            <a:r>
              <a:rPr lang="en-US" sz="1600" dirty="0" smtClean="0"/>
              <a:t>: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có </a:t>
            </a:r>
            <a:r>
              <a:rPr lang="vi-VN" sz="1600" dirty="0"/>
              <a:t>ít nhất 1 ký tự viết </a:t>
            </a:r>
            <a:r>
              <a:rPr lang="vi-VN" sz="1600" dirty="0" smtClean="0"/>
              <a:t>hoa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</a:t>
            </a:r>
            <a:r>
              <a:rPr lang="vi-VN" sz="1600" dirty="0" smtClean="0"/>
              <a:t>số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tự viết </a:t>
            </a:r>
            <a:r>
              <a:rPr lang="vi-VN" sz="1600" dirty="0" smtClean="0"/>
              <a:t>thường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tự đặc biệt bao gồm </a:t>
            </a:r>
            <a:r>
              <a:rPr lang="vi-VN" sz="1600" dirty="0" smtClean="0"/>
              <a:t>!@#$%^&amp;*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không </a:t>
            </a:r>
            <a:r>
              <a:rPr lang="vi-VN" sz="1600" dirty="0"/>
              <a:t>cho phép nhập ký tự tiếng Việt có dấu</a:t>
            </a:r>
            <a:r>
              <a:rPr lang="vi-VN" sz="1600" dirty="0" smtClean="0"/>
              <a:t>).</a:t>
            </a:r>
            <a:r>
              <a:rPr lang="vi-VN" sz="1600" dirty="0"/>
              <a:t/>
            </a:r>
            <a:br>
              <a:rPr lang="vi-VN" sz="1600" dirty="0"/>
            </a:b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0596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vi-VN" dirty="0"/>
              <a:t>Bắt buộc nhập các thông tin đăng nhập (chỉ cần kiểm tra không được bỏ trống):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 smtClean="0"/>
              <a:t>Số </a:t>
            </a:r>
            <a:r>
              <a:rPr lang="vi-VN" sz="2000" dirty="0"/>
              <a:t>điện thoại hoặc email: có thể nhập hoặc số điện thoại đã đăng ký, hoặc email </a:t>
            </a:r>
            <a:r>
              <a:rPr lang="vi-VN" sz="2000" dirty="0" smtClean="0"/>
              <a:t>đã </a:t>
            </a:r>
            <a:r>
              <a:rPr lang="vi-VN" sz="2000" dirty="0"/>
              <a:t>đăng ký ở cùng một field.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 smtClean="0"/>
              <a:t>Mật </a:t>
            </a:r>
            <a:r>
              <a:rPr lang="vi-VN" sz="2000" dirty="0"/>
              <a:t>khẩu 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vi-VN" dirty="0"/>
              <a:t>Nếu đã đăng nhập, ở trang chủ sẽ không hiển thị “Đăng ký”, “Đăng nhập”, thay vào đó sẽ </a:t>
            </a:r>
            <a:r>
              <a:rPr lang="vi-VN" dirty="0" smtClean="0"/>
              <a:t>hiển </a:t>
            </a:r>
            <a:r>
              <a:rPr lang="vi-VN" dirty="0"/>
              <a:t>thị link Họ Tên và link “Đăng xuất” (/logout).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 smtClean="0"/>
              <a:t>Nếu </a:t>
            </a:r>
            <a:r>
              <a:rPr lang="vi-VN" dirty="0"/>
              <a:t>click vào Đăng xuất, người dùng sẽ thoát khỏi tài khoản, trang chủ sẽ hiển thị trở lại </a:t>
            </a:r>
            <a:r>
              <a:rPr lang="en-US" dirty="0" smtClean="0"/>
              <a:t> </a:t>
            </a:r>
            <a:r>
              <a:rPr lang="vi-VN" dirty="0" smtClean="0"/>
              <a:t>“</a:t>
            </a:r>
            <a:r>
              <a:rPr lang="vi-VN" dirty="0"/>
              <a:t>Đăng ký”, “Đăng nhập”. </a:t>
            </a:r>
            <a:br>
              <a:rPr lang="vi-VN" dirty="0"/>
            </a:br>
            <a:r>
              <a:rPr lang="vi-VN" dirty="0"/>
              <a:t/>
            </a:r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342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TẠO CONTROLLER AUTH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91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gõ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Controller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4048" lvl="2" indent="0">
              <a:buNone/>
            </a:pPr>
            <a:r>
              <a:rPr lang="en-US" sz="2000" dirty="0"/>
              <a:t>	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AuthController</a:t>
            </a:r>
            <a:endParaRPr lang="en-GB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>
              <a:buNone/>
            </a:pPr>
            <a:endParaRPr lang="en-US" sz="2000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Htpp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/Controller/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AuthController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56844"/>
            <a:ext cx="5334972" cy="204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60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9951"/>
            <a:ext cx="5527040" cy="447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1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2674"/>
            <a:ext cx="8616175" cy="419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1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79" y="1843414"/>
            <a:ext cx="8113802" cy="453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60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19617"/>
          <a:stretch/>
        </p:blipFill>
        <p:spPr>
          <a:xfrm>
            <a:off x="1097280" y="1885256"/>
            <a:ext cx="7499442" cy="43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8978"/>
            <a:ext cx="7003434" cy="281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78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Tạo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0999" y="1845733"/>
            <a:ext cx="11496675" cy="431122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route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34" y="3260736"/>
            <a:ext cx="9248589" cy="1481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34" y="2838027"/>
            <a:ext cx="6628377" cy="31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003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 smtClean="0"/>
              <a:t>. View Register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register.blade.php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 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59104"/>
            <a:ext cx="7940429" cy="371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42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3315"/>
            <a:ext cx="7582958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17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1268"/>
            <a:ext cx="10670620" cy="405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74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7152"/>
            <a:ext cx="6573520" cy="478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51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80" y="1876363"/>
            <a:ext cx="7251480" cy="48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57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6408"/>
            <a:ext cx="6725589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7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837624"/>
            <a:ext cx="7308005" cy="483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45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1929415"/>
            <a:ext cx="6056887" cy="474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68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79" y="1978663"/>
            <a:ext cx="7106642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88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r>
              <a:rPr lang="en-US" dirty="0"/>
              <a:t>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6766"/>
            <a:ext cx="6811326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22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r>
              <a:rPr lang="en-US" dirty="0" smtClean="0"/>
              <a:t>. View Login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login.blade.php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88976"/>
            <a:ext cx="6916115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7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r>
              <a:rPr lang="en-US" dirty="0" smtClean="0"/>
              <a:t>. View Login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77507"/>
            <a:ext cx="7135221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78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Sửa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file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reources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/views/layouts/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app.blade.php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code menu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28" y="2248220"/>
            <a:ext cx="10450383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0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file </a:t>
            </a:r>
            <a:r>
              <a:rPr lang="en-US" dirty="0" smtClean="0"/>
              <a:t>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7911"/>
            <a:ext cx="10669489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41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file </a:t>
            </a:r>
            <a:r>
              <a:rPr lang="en-US" dirty="0" smtClean="0"/>
              <a:t>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 Layout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link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menu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8359"/>
            <a:ext cx="1028843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26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Trang</a:t>
            </a:r>
            <a:r>
              <a:rPr lang="en-US" dirty="0" smtClean="0"/>
              <a:t> Login Admin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7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8640" y="1845734"/>
            <a:ext cx="11369040" cy="3874346"/>
          </a:xfrm>
        </p:spPr>
        <p:txBody>
          <a:bodyPr>
            <a:normAutofit lnSpcReduction="10000"/>
          </a:bodyPr>
          <a:lstStyle/>
          <a:p>
            <a:r>
              <a:rPr lang="vi-VN" dirty="0"/>
              <a:t>Để đăng nhập tài khoản admin hoặc truy cập vào trang admin, người dùng nhập địa chỉ </a:t>
            </a:r>
            <a:r>
              <a:rPr lang="vi-VN" dirty="0" smtClean="0"/>
              <a:t>/</a:t>
            </a:r>
            <a:r>
              <a:rPr lang="vi-VN" dirty="0"/>
              <a:t>admin.</a:t>
            </a:r>
          </a:p>
          <a:p>
            <a:r>
              <a:rPr lang="vi-VN" dirty="0"/>
              <a:t>- Nếu chưa đăng nhập tài khoản admin, hệ thống sẽ chuyển sang trang đăng nhập admin </a:t>
            </a:r>
            <a:r>
              <a:rPr lang="vi-VN" dirty="0" smtClean="0"/>
              <a:t>(/</a:t>
            </a:r>
            <a:r>
              <a:rPr lang="vi-VN" dirty="0"/>
              <a:t>admin/login).</a:t>
            </a:r>
          </a:p>
          <a:p>
            <a:r>
              <a:rPr lang="vi-VN" dirty="0"/>
              <a:t>- Người dùng nhập thông tin đăng nhập như sau:</a:t>
            </a:r>
          </a:p>
          <a:p>
            <a:pPr lvl="1"/>
            <a:r>
              <a:rPr lang="vi-VN" sz="2000" dirty="0" smtClean="0"/>
              <a:t>Tên </a:t>
            </a:r>
            <a:r>
              <a:rPr lang="vi-VN" sz="2000" dirty="0"/>
              <a:t>đăng nhập: admin</a:t>
            </a:r>
          </a:p>
          <a:p>
            <a:pPr lvl="1"/>
            <a:r>
              <a:rPr lang="vi-VN" sz="2000" dirty="0" smtClean="0"/>
              <a:t>Password</a:t>
            </a:r>
            <a:r>
              <a:rPr lang="vi-VN" sz="2000" dirty="0"/>
              <a:t>: 12345</a:t>
            </a:r>
          </a:p>
          <a:p>
            <a:r>
              <a:rPr lang="vi-VN" dirty="0"/>
              <a:t>- Nếu đăng nhập thành công, hệ thống sẽ chuyển hướng đến trang admin (/admin). Trang </a:t>
            </a:r>
            <a:r>
              <a:rPr lang="vi-VN" dirty="0" smtClean="0"/>
              <a:t>admin </a:t>
            </a:r>
            <a:r>
              <a:rPr lang="vi-VN" dirty="0"/>
              <a:t>bao gồm các mục quản lý:</a:t>
            </a:r>
          </a:p>
          <a:p>
            <a:pPr lvl="1"/>
            <a:r>
              <a:rPr lang="vi-VN" sz="2000" dirty="0" smtClean="0"/>
              <a:t>Quản </a:t>
            </a:r>
            <a:r>
              <a:rPr lang="vi-VN" sz="2000" dirty="0"/>
              <a:t>lý xe (/admin/bikes)</a:t>
            </a:r>
          </a:p>
          <a:p>
            <a:pPr lvl="1"/>
            <a:r>
              <a:rPr lang="vi-VN" sz="2000" dirty="0" smtClean="0"/>
              <a:t>Quản </a:t>
            </a:r>
            <a:r>
              <a:rPr lang="vi-VN" sz="2000" dirty="0"/>
              <a:t>lý trạm xe (/admin/stations) </a:t>
            </a:r>
            <a:br>
              <a:rPr lang="vi-VN" sz="2000" dirty="0"/>
            </a:b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10483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AdminController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controller Admin</a:t>
            </a:r>
          </a:p>
          <a:p>
            <a:pPr marL="201168" lvl="1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Admin Controller</a:t>
            </a:r>
            <a:endParaRPr lang="en-GB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dung 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831" y="3018889"/>
            <a:ext cx="6649378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27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AdminController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828" y="1988503"/>
            <a:ext cx="5390051" cy="475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12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AdminController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204" y="2027082"/>
            <a:ext cx="7881002" cy="24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83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</a:p>
          <a:p>
            <a:pPr marL="384048" lvl="2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/routes/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endParaRPr 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1460" indent="-342900"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pPr marL="0" indent="0">
              <a:buNone/>
            </a:pP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84440"/>
            <a:ext cx="10932865" cy="144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26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 View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View login</a:t>
            </a:r>
          </a:p>
          <a:p>
            <a:pPr lvl="1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View dashboard :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admin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278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7.1. View </a:t>
            </a:r>
            <a:r>
              <a:rPr lang="en-US" dirty="0" smtClean="0"/>
              <a:t>login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/resources/views/admin/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login.blade.php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4" y="2799784"/>
            <a:ext cx="8688012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79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7.1. View </a:t>
            </a:r>
            <a:r>
              <a:rPr lang="en-US" dirty="0" smtClean="0"/>
              <a:t>login(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718" y="1927543"/>
            <a:ext cx="7387817" cy="441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08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7.2. View </a:t>
            </a:r>
            <a:r>
              <a:rPr lang="en-US" dirty="0" smtClean="0"/>
              <a:t>dashboard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/resources/views/admin/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dashboard.blade.php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33779"/>
            <a:ext cx="6198054" cy="341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93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7.2. View </a:t>
            </a:r>
            <a:r>
              <a:rPr lang="en-US" dirty="0" smtClean="0"/>
              <a:t>dashboard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590" y="1951418"/>
            <a:ext cx="7134176" cy="40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739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700</TotalTime>
  <Words>749</Words>
  <Application>Microsoft Office PowerPoint</Application>
  <PresentationFormat>Widescreen</PresentationFormat>
  <Paragraphs>106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Wingdings</vt:lpstr>
      <vt:lpstr>Retrospect</vt:lpstr>
      <vt:lpstr>ĐĂNG NHẬP &amp; PHÂN QUYỀN</vt:lpstr>
      <vt:lpstr>CÁC YÊU CẦU</vt:lpstr>
      <vt:lpstr>Đăng ký</vt:lpstr>
      <vt:lpstr>Đăng nhập</vt:lpstr>
      <vt:lpstr>TẠO CONTROLLER AUTH</vt:lpstr>
      <vt:lpstr>1. Tạo AuthController</vt:lpstr>
      <vt:lpstr>1. Tạo AuthController (tt)</vt:lpstr>
      <vt:lpstr>1. Tạo AuthController (tt)</vt:lpstr>
      <vt:lpstr>1. Tạo AuthController (tt)</vt:lpstr>
      <vt:lpstr>1. Tạo AuthController (tt)</vt:lpstr>
      <vt:lpstr>1. Tạo AuthController (tt)</vt:lpstr>
      <vt:lpstr>2. Tạo route</vt:lpstr>
      <vt:lpstr>3.1. View Register </vt:lpstr>
      <vt:lpstr>3.1. View Register (tt)</vt:lpstr>
      <vt:lpstr>3.1. View Register (tt)</vt:lpstr>
      <vt:lpstr>3.1. View Register (tt)</vt:lpstr>
      <vt:lpstr>3.1. View Register (tt)</vt:lpstr>
      <vt:lpstr>3.1. View Register (tt)</vt:lpstr>
      <vt:lpstr>3.1. View Register (tt)</vt:lpstr>
      <vt:lpstr>3.1. View Register (tt)</vt:lpstr>
      <vt:lpstr>3.1. View Register (tt)</vt:lpstr>
      <vt:lpstr>3.1. View Register (tt)</vt:lpstr>
      <vt:lpstr>3.2. View Login</vt:lpstr>
      <vt:lpstr>3.2. View Login</vt:lpstr>
      <vt:lpstr>4. Sửa lại file Layout</vt:lpstr>
      <vt:lpstr>4. Sửa lại file Layout (tt)</vt:lpstr>
      <vt:lpstr>4. Sửa lại file Layout (tt)</vt:lpstr>
      <vt:lpstr>Trang Login Admin</vt:lpstr>
      <vt:lpstr>Yêu cầu</vt:lpstr>
      <vt:lpstr>5. AdminController</vt:lpstr>
      <vt:lpstr>5. AdminController (tt)</vt:lpstr>
      <vt:lpstr>5. AdminController (tt)</vt:lpstr>
      <vt:lpstr>6. Route</vt:lpstr>
      <vt:lpstr>7. View</vt:lpstr>
      <vt:lpstr>7.1. View login</vt:lpstr>
      <vt:lpstr>7.1. View login(tt)</vt:lpstr>
      <vt:lpstr>7.2. View dashboard</vt:lpstr>
      <vt:lpstr>7.2. View dashboard (tt)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ĐĂNG NHẬP &amp; PHÂN QUYỀN</dc:title>
  <dc:creator>khanh le nguyen</dc:creator>
  <cp:lastModifiedBy>khanh le nguyen</cp:lastModifiedBy>
  <cp:revision>36</cp:revision>
  <dcterms:created xsi:type="dcterms:W3CDTF">2026-03-20T03:24:44Z</dcterms:created>
  <dcterms:modified xsi:type="dcterms:W3CDTF">2026-04-03T07:49:55Z</dcterms:modified>
</cp:coreProperties>
</file>