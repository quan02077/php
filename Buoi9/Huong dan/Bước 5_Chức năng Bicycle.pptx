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6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23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0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14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32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2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09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2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93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63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59D1E4-7E0F-4D01-9120-CF75DC1ABDBD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0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Bicycle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74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CHỨC NĂNG BICYCLE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None/>
            </a:pPr>
            <a:r>
              <a:rPr lang="en-US" dirty="0" smtClean="0"/>
              <a:t>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/>
              <a:t>rác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(1 </a:t>
            </a:r>
            <a:r>
              <a:rPr lang="en-US" dirty="0" smtClean="0"/>
              <a:t>bicycle, </a:t>
            </a:r>
            <a:r>
              <a:rPr lang="en-US" dirty="0"/>
              <a:t>selected </a:t>
            </a:r>
            <a:r>
              <a:rPr lang="en-US" dirty="0" smtClean="0"/>
              <a:t>bicycles, </a:t>
            </a:r>
            <a:r>
              <a:rPr lang="en-US" dirty="0"/>
              <a:t>all </a:t>
            </a:r>
            <a:r>
              <a:rPr lang="en-US" dirty="0" smtClean="0"/>
              <a:t>bicycles)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 (1 </a:t>
            </a:r>
            <a:r>
              <a:rPr lang="en-US" dirty="0"/>
              <a:t>bicycle</a:t>
            </a:r>
            <a:r>
              <a:rPr lang="en-US" dirty="0" smtClean="0"/>
              <a:t>, selected bicycles, all bicycles)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BicycleController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/d C:\xampp\htdocs\bikego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BicycleController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15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2.Sửa 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BicycleController.php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463"/>
            <a:ext cx="6427470" cy="40370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65880"/>
          <a:stretch/>
        </p:blipFill>
        <p:spPr>
          <a:xfrm>
            <a:off x="6137610" y="2357463"/>
            <a:ext cx="6054390" cy="166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6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23676"/>
            <a:ext cx="6932296" cy="495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0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66202"/>
            <a:ext cx="7351395" cy="488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9142"/>
            <a:ext cx="532521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2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7090"/>
            <a:ext cx="6554115" cy="4438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57090"/>
            <a:ext cx="605874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9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359"/>
            <a:ext cx="7497221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1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" y="1957159"/>
            <a:ext cx="6049219" cy="39197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045" y="1957158"/>
            <a:ext cx="5410955" cy="339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72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Sửa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phái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code admin station,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Route::prefix('admin')-&gt;name('admin.')-&gt;group(function () {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533340"/>
            <a:ext cx="8932545" cy="41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9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92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View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Index(Admin)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Trash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Create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Edit</a:t>
            </a:r>
            <a:endParaRPr lang="en-GB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4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952578"/>
            <a:ext cx="9411725" cy="27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33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14177"/>
            <a:ext cx="8027670" cy="493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3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7054"/>
            <a:ext cx="10249790" cy="488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78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3980"/>
            <a:ext cx="5278666" cy="141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57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3090688"/>
            <a:ext cx="4446303" cy="28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39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19023"/>
            <a:ext cx="6989445" cy="418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5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33451"/>
            <a:ext cx="7037025" cy="215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Form Edit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edit.blade.php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3090688"/>
            <a:ext cx="4446303" cy="28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37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1332"/>
            <a:ext cx="8827770" cy="482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05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90392"/>
            <a:ext cx="9593941" cy="477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0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7777"/>
            <a:ext cx="9707365" cy="154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92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4.4. View Trash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trash.blade.php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3028737"/>
            <a:ext cx="8795749" cy="34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25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61912"/>
            <a:ext cx="9498975" cy="38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96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5732"/>
            <a:ext cx="9789795" cy="48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86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75" y="1866206"/>
            <a:ext cx="8731900" cy="47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69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7148"/>
            <a:ext cx="5855970" cy="39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11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9403"/>
            <a:ext cx="766572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3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9453"/>
            <a:ext cx="651600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68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</TotalTime>
  <Words>304</Words>
  <Application>Microsoft Office PowerPoint</Application>
  <PresentationFormat>Widescreen</PresentationFormat>
  <Paragraphs>62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Chức năng Bicycle</vt:lpstr>
      <vt:lpstr>CHỨC NĂNG BICYCLE</vt:lpstr>
      <vt:lpstr>1. Tạo BicycleController </vt:lpstr>
      <vt:lpstr>2.Sửa Controller</vt:lpstr>
      <vt:lpstr>2.Sửa Controller (tt)</vt:lpstr>
      <vt:lpstr>2.Sửa Controller (tt)</vt:lpstr>
      <vt:lpstr>2.Sửa Controller (tt)</vt:lpstr>
      <vt:lpstr>2.Sửa Controller (tt)</vt:lpstr>
      <vt:lpstr>2.Sửa Controller (tt)</vt:lpstr>
      <vt:lpstr>2.Sửa Controller (tt)</vt:lpstr>
      <vt:lpstr>3. Sửa Route</vt:lpstr>
      <vt:lpstr>Tạo View</vt:lpstr>
      <vt:lpstr>4. Tạo View</vt:lpstr>
      <vt:lpstr>4.1. View Index</vt:lpstr>
      <vt:lpstr>4.1. View Index (tt)</vt:lpstr>
      <vt:lpstr>4.1. View Index (tt)</vt:lpstr>
      <vt:lpstr>4.1. View Index (tt)</vt:lpstr>
      <vt:lpstr>4.2. Form Create</vt:lpstr>
      <vt:lpstr>4.2. Form Create (tt)</vt:lpstr>
      <vt:lpstr>4.2. Form Create (tt)</vt:lpstr>
      <vt:lpstr>4.3. Form Edit</vt:lpstr>
      <vt:lpstr>4.3. Form Edit (tt)</vt:lpstr>
      <vt:lpstr>4.3. Form Edit (tt)</vt:lpstr>
      <vt:lpstr>4.3. Form Edit (tt)</vt:lpstr>
      <vt:lpstr>4.4. View Trash</vt:lpstr>
      <vt:lpstr>4.4. View Trash (tt)</vt:lpstr>
      <vt:lpstr>4.4. View Trash (tt)</vt:lpstr>
      <vt:lpstr>4.4. View Trash (tt)</vt:lpstr>
      <vt:lpstr>4.4. View Trash (tt)</vt:lpstr>
      <vt:lpstr>4.4. View Trash (tt)</vt:lpstr>
      <vt:lpstr>4.4. View Trash (tt)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Chức năng Bicycle</dc:title>
  <dc:creator>khanh le nguyen</dc:creator>
  <cp:lastModifiedBy>khanh le nguyen</cp:lastModifiedBy>
  <cp:revision>11</cp:revision>
  <dcterms:created xsi:type="dcterms:W3CDTF">2026-03-20T01:54:12Z</dcterms:created>
  <dcterms:modified xsi:type="dcterms:W3CDTF">2026-03-21T00:42:43Z</dcterms:modified>
</cp:coreProperties>
</file>