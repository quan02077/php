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496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03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3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14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171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03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467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80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88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50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46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068490C-DB65-4F71-B009-960C0615BE23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5E2560-B35C-47F4-B835-43AE2A6E43BC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996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6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route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code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71660"/>
            <a:ext cx="3943900" cy="7525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100" y="3760771"/>
            <a:ext cx="4467849" cy="6858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363" y="4852902"/>
            <a:ext cx="4639322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58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smtClean="0"/>
              <a:t>route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1912938"/>
            <a:ext cx="7342873" cy="481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32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smtClean="0"/>
              <a:t>route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1951038"/>
            <a:ext cx="5760721" cy="411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Viết</a:t>
            </a:r>
            <a:r>
              <a:rPr lang="en-US" dirty="0" smtClean="0"/>
              <a:t> 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/resources/views/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welcome.blade.php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66662"/>
            <a:ext cx="6277851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87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smtClean="0"/>
              <a:t>View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57213"/>
            <a:ext cx="6049219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54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smtClean="0"/>
              <a:t>View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33372"/>
            <a:ext cx="5106113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83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smtClean="0"/>
              <a:t>View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93888"/>
            <a:ext cx="5703570" cy="485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49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Viết</a:t>
            </a:r>
            <a:r>
              <a:rPr lang="en-US" dirty="0" smtClean="0"/>
              <a:t> CSS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/public/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/style.css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phía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11036"/>
            <a:ext cx="5944430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23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smtClean="0"/>
              <a:t>CSS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66644"/>
            <a:ext cx="5487166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9354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78</TotalTime>
  <Words>85</Words>
  <Application>Microsoft Office PowerPoint</Application>
  <PresentationFormat>Widescreen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Wingdings</vt:lpstr>
      <vt:lpstr>Retrospect</vt:lpstr>
      <vt:lpstr>Trang chủ</vt:lpstr>
      <vt:lpstr>1. Tạo route</vt:lpstr>
      <vt:lpstr>1. Tạo route (tt)</vt:lpstr>
      <vt:lpstr>1. Tạo route (tt)</vt:lpstr>
      <vt:lpstr>2. Viết View</vt:lpstr>
      <vt:lpstr>2. Viết View (tt)</vt:lpstr>
      <vt:lpstr>2. Viết View (tt)</vt:lpstr>
      <vt:lpstr>2. Viết View (tt)</vt:lpstr>
      <vt:lpstr>3. Viết CSS</vt:lpstr>
      <vt:lpstr>3. Viết CSS (tt)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Trang chủ</dc:title>
  <dc:creator>khanh le nguyen</dc:creator>
  <cp:lastModifiedBy>khanh le nguyen</cp:lastModifiedBy>
  <cp:revision>3</cp:revision>
  <dcterms:created xsi:type="dcterms:W3CDTF">2026-04-04T02:56:44Z</dcterms:created>
  <dcterms:modified xsi:type="dcterms:W3CDTF">2026-04-04T04:15:16Z</dcterms:modified>
</cp:coreProperties>
</file>