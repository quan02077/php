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2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12" autoAdjust="0"/>
  </p:normalViewPr>
  <p:slideViewPr>
    <p:cSldViewPr snapToGrid="0">
      <p:cViewPr varScale="1">
        <p:scale>
          <a:sx n="75" d="100"/>
          <a:sy n="75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88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64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33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21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86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236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9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20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51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13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8BB431-6EF4-49B2-9796-3403CB72D3FE}" type="datetimeFigureOut">
              <a:rPr lang="en-GB" smtClean="0"/>
              <a:t>25/03/2026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B733907-9D10-4599-A572-23FAE8EE736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71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 smtClean="0"/>
              <a:t>ĐĂNG NHẬP &amp; PHÂN QUYỀN</a:t>
            </a:r>
            <a:endParaRPr lang="en-GB" sz="6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605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Admin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app/Models/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User.php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isAdmin</a:t>
            </a:r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public function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isAdmin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   return $this-&gt;role === 'admin';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}</a:t>
            </a:r>
          </a:p>
          <a:p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1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Tạo</a:t>
            </a:r>
            <a:r>
              <a:rPr lang="en-US" dirty="0" smtClean="0"/>
              <a:t> Middleware Admin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project</a:t>
            </a:r>
          </a:p>
          <a:p>
            <a:pPr marL="201168" lvl="1" indent="0">
              <a:buNone/>
            </a:pPr>
            <a:r>
              <a:rPr lang="en-US" dirty="0" smtClean="0"/>
              <a:t>	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cd c:\xampp\htdocs\bikego</a:t>
            </a:r>
            <a:endParaRPr lang="en-US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Chạy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make:middleware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AdminMiddleware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083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</a:t>
            </a: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AdminMiddleware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30" y="1845734"/>
            <a:ext cx="5370195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/>
              <a:t>Mở</a:t>
            </a:r>
            <a:r>
              <a:rPr lang="en-US" dirty="0" smtClean="0"/>
              <a:t> file </a:t>
            </a:r>
          </a:p>
          <a:p>
            <a:pPr marL="0" indent="0">
              <a:buNone/>
            </a:pPr>
            <a:r>
              <a:rPr lang="en-US" sz="18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app/Http/Middleware/</a:t>
            </a:r>
            <a:r>
              <a:rPr lang="en-US" sz="18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AdminMiddleware.php</a:t>
            </a:r>
            <a:endParaRPr lang="en-US" sz="1800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xử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Admin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412" y="1845735"/>
            <a:ext cx="6190868" cy="493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4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Middleware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097280" y="1817158"/>
            <a:ext cx="10580370" cy="454554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laragon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Chạy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CMD   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 artisan --version </a:t>
            </a:r>
            <a:endParaRPr lang="en-GB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xuống</a:t>
            </a: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app/Http/</a:t>
            </a:r>
            <a:r>
              <a:rPr lang="en-GB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Kernel.php</a:t>
            </a:r>
            <a:r>
              <a:rPr lang="en-GB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endParaRPr lang="en-GB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'admin' =&gt; \App\Http\Middleware\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AdminMiddleware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::class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phiên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bản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11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trở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lên</a:t>
            </a: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GB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bootstrap/</a:t>
            </a:r>
            <a:r>
              <a:rPr lang="en-GB" i="1" dirty="0" err="1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app.php</a:t>
            </a:r>
            <a:r>
              <a:rPr lang="en-GB" i="1" dirty="0" smtClean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GB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GB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bên</a:t>
            </a:r>
            <a:r>
              <a:rPr lang="en-GB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trong</a:t>
            </a:r>
            <a:r>
              <a:rPr lang="en-GB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hàm</a:t>
            </a:r>
            <a:r>
              <a:rPr lang="en-GB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withMiddleware</a:t>
            </a:r>
            <a:r>
              <a:rPr lang="en-GB" i="1" dirty="0">
                <a:latin typeface="Courier New" panose="02070309020205020404" pitchFamily="49" charset="0"/>
                <a:cs typeface="Courier New" panose="02070309020205020404" pitchFamily="49" charset="0"/>
              </a:rPr>
              <a:t>(function (Middleware $middleware): </a:t>
            </a:r>
            <a:r>
              <a:rPr lang="en-GB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</a:p>
          <a:p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endParaRPr lang="en-GB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i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655" y="5243442"/>
            <a:ext cx="7113270" cy="137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04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</a:t>
            </a:r>
            <a:r>
              <a:rPr lang="en-US" dirty="0" err="1" smtClean="0"/>
              <a:t>Tạo</a:t>
            </a:r>
            <a:r>
              <a:rPr lang="en-US" dirty="0" smtClean="0"/>
              <a:t> route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quyền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80999" y="1845733"/>
            <a:ext cx="11496675" cy="431122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routes/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web.php</a:t>
            </a: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route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Thêm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quyền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admin </a:t>
            </a:r>
            <a:r>
              <a:rPr lang="en-US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route admin</a:t>
            </a:r>
          </a:p>
          <a:p>
            <a:pPr marL="0" indent="0">
              <a:buNone/>
            </a:pPr>
            <a:r>
              <a:rPr 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Route::prefix('admin')-&gt;name('admin.')-&gt;</a:t>
            </a:r>
            <a:r>
              <a:rPr lang="en-US" sz="1800" b="1" i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middleware('admin')</a:t>
            </a:r>
            <a:r>
              <a:rPr lang="en-US" sz="1800" i="1" dirty="0">
                <a:latin typeface="Courier New" panose="02070309020205020404" pitchFamily="49" charset="0"/>
                <a:cs typeface="Courier New" panose="02070309020205020404" pitchFamily="49" charset="0"/>
              </a:rPr>
              <a:t>-&gt;group(function () {</a:t>
            </a:r>
          </a:p>
          <a:p>
            <a:pPr marL="0" indent="0">
              <a:buNone/>
            </a:pPr>
            <a:endParaRPr lang="en-US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34" y="3260736"/>
            <a:ext cx="9248589" cy="14812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34" y="2838027"/>
            <a:ext cx="6628377" cy="31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CÁC YÊU CẦU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NHẮC LẠI CÁC YÊU CẦU VỀ ĐĂNG KÝ, ĐĂNG NHẬP VÀ PHÂN QUYỀN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8043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952480" cy="488018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Họ </a:t>
            </a:r>
            <a:r>
              <a:rPr lang="vi-VN" sz="1600" dirty="0"/>
              <a:t>tên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/>
              <a:t> </a:t>
            </a:r>
            <a:r>
              <a:rPr lang="vi-VN" sz="1600" dirty="0" smtClean="0"/>
              <a:t>Chứa </a:t>
            </a:r>
            <a:r>
              <a:rPr lang="vi-VN" sz="1600" dirty="0"/>
              <a:t>tối thiểu 3 ký </a:t>
            </a:r>
            <a:r>
              <a:rPr lang="vi-VN" sz="1600" dirty="0" smtClean="0"/>
              <a:t>tự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 </a:t>
            </a:r>
            <a:r>
              <a:rPr lang="vi-VN" sz="1600" dirty="0"/>
              <a:t>a-zA-Z và khoảng </a:t>
            </a:r>
            <a:r>
              <a:rPr lang="vi-VN" sz="1600" dirty="0" smtClean="0"/>
              <a:t>trắng</a:t>
            </a:r>
            <a:r>
              <a:rPr lang="en-US" sz="1600" dirty="0" smtClean="0"/>
              <a:t> 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có </a:t>
            </a:r>
            <a:r>
              <a:rPr lang="vi-VN" sz="1600" dirty="0"/>
              <a:t>thể nhập tiếng Việt có </a:t>
            </a:r>
            <a:r>
              <a:rPr lang="vi-VN" sz="1600" dirty="0" smtClean="0"/>
              <a:t>dấu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Số </a:t>
            </a:r>
            <a:r>
              <a:rPr lang="vi-VN" sz="1600" dirty="0"/>
              <a:t>điện </a:t>
            </a:r>
            <a:r>
              <a:rPr lang="vi-VN" sz="1600" dirty="0" smtClean="0"/>
              <a:t>thoại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Chứa </a:t>
            </a:r>
            <a:r>
              <a:rPr lang="vi-VN" sz="1600" dirty="0"/>
              <a:t>10 ký số và bắt đầu bằng số 0 hoặc chứa 11 ký </a:t>
            </a:r>
            <a:r>
              <a:rPr lang="vi-VN" sz="1600" dirty="0" smtClean="0"/>
              <a:t>số </a:t>
            </a:r>
            <a:r>
              <a:rPr lang="vi-VN" sz="1600" dirty="0"/>
              <a:t>và phải bắt đầu bằng hoặc +84 hoặc </a:t>
            </a:r>
            <a:r>
              <a:rPr lang="vi-VN" sz="1600" dirty="0" smtClean="0"/>
              <a:t>84.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Mỗi </a:t>
            </a:r>
            <a:r>
              <a:rPr lang="vi-VN" sz="1600" dirty="0"/>
              <a:t>số điện thoại chỉ được đăng ký </a:t>
            </a:r>
            <a:r>
              <a:rPr lang="en-US" sz="1600" dirty="0" smtClean="0"/>
              <a:t> </a:t>
            </a:r>
            <a:r>
              <a:rPr lang="vi-VN" sz="1600" dirty="0" smtClean="0"/>
              <a:t>cho </a:t>
            </a:r>
            <a:r>
              <a:rPr lang="vi-VN" sz="1600" dirty="0"/>
              <a:t>một tài </a:t>
            </a:r>
            <a:r>
              <a:rPr lang="vi-VN" sz="1600" dirty="0" smtClean="0"/>
              <a:t>khoản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 smtClean="0"/>
              <a:t>   </a:t>
            </a:r>
            <a:r>
              <a:rPr lang="vi-VN" sz="1600" dirty="0" smtClean="0"/>
              <a:t>Email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1600" dirty="0" smtClean="0"/>
              <a:t>hải </a:t>
            </a:r>
            <a:r>
              <a:rPr lang="vi-VN" sz="1600" dirty="0"/>
              <a:t>tuân theo cấu trúc tên@domain, trong đó: 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Phần </a:t>
            </a:r>
            <a:r>
              <a:rPr lang="vi-VN" sz="1600" dirty="0"/>
              <a:t>tên chứa </a:t>
            </a:r>
            <a:r>
              <a:rPr lang="vi-VN" sz="1600" dirty="0" smtClean="0"/>
              <a:t>6-30 </a:t>
            </a:r>
            <a:r>
              <a:rPr lang="vi-VN" sz="1600" dirty="0"/>
              <a:t>ký tự a-z hoặc số 0-9 hoặc dấu chấm (.), không được bắt đầu hoặc kết thúc </a:t>
            </a:r>
            <a:r>
              <a:rPr lang="vi-VN" sz="1600" dirty="0" smtClean="0"/>
              <a:t>bằng </a:t>
            </a:r>
            <a:r>
              <a:rPr lang="vi-VN" sz="1600" dirty="0"/>
              <a:t>dấu chấm và không được có 2 dấu chấm liên tiếp </a:t>
            </a:r>
            <a:r>
              <a:rPr lang="vi-VN" sz="1600" dirty="0" smtClean="0"/>
              <a:t>nhau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vi-VN" sz="1600" dirty="0" smtClean="0"/>
              <a:t>hần </a:t>
            </a:r>
            <a:r>
              <a:rPr lang="vi-VN" sz="1600" dirty="0"/>
              <a:t>domain chỉ </a:t>
            </a:r>
            <a:r>
              <a:rPr lang="vi-VN" sz="1600" dirty="0" smtClean="0"/>
              <a:t>chấp </a:t>
            </a:r>
            <a:r>
              <a:rPr lang="vi-VN" sz="1600" dirty="0"/>
              <a:t>nhận domain </a:t>
            </a:r>
            <a:r>
              <a:rPr lang="vi-VN" sz="1600" dirty="0" smtClean="0"/>
              <a:t>gmail.com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Mỗi </a:t>
            </a:r>
            <a:r>
              <a:rPr lang="vi-VN" sz="1600" dirty="0"/>
              <a:t>email chỉ được đăng ký cho một tài khoản</a:t>
            </a:r>
            <a:r>
              <a:rPr lang="vi-VN" sz="1600" dirty="0" smtClean="0"/>
              <a:t>.</a:t>
            </a:r>
            <a:endParaRPr lang="en-US" sz="1600" dirty="0" smtClean="0"/>
          </a:p>
          <a:p>
            <a:pPr marL="201168" lvl="1" indent="0">
              <a:spcBef>
                <a:spcPts val="0"/>
              </a:spcBef>
              <a:spcAft>
                <a:spcPts val="0"/>
              </a:spcAft>
              <a:buNone/>
            </a:pPr>
            <a:endParaRPr lang="vi-VN" sz="16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dirty="0" smtClean="0"/>
              <a:t>  </a:t>
            </a:r>
            <a:r>
              <a:rPr lang="vi-VN" sz="1600" dirty="0" smtClean="0"/>
              <a:t>Mật </a:t>
            </a:r>
            <a:r>
              <a:rPr lang="vi-VN" sz="1600" dirty="0"/>
              <a:t>khẩu </a:t>
            </a:r>
            <a:r>
              <a:rPr lang="en-US" sz="1600" dirty="0" smtClean="0"/>
              <a:t>c</a:t>
            </a:r>
            <a:r>
              <a:rPr lang="vi-VN" sz="1600" dirty="0" smtClean="0"/>
              <a:t>hứa </a:t>
            </a:r>
            <a:r>
              <a:rPr lang="vi-VN" sz="1600" dirty="0"/>
              <a:t>ít nhất 8 ký tự bất kỳ, trong đó </a:t>
            </a:r>
            <a:r>
              <a:rPr lang="en-US" sz="1600" dirty="0" smtClean="0"/>
              <a:t>: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có </a:t>
            </a:r>
            <a:r>
              <a:rPr lang="vi-VN" sz="1600" dirty="0"/>
              <a:t>ít nhất 1 ký tự viết </a:t>
            </a:r>
            <a:r>
              <a:rPr lang="vi-VN" sz="1600" dirty="0" smtClean="0"/>
              <a:t>hoa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</a:t>
            </a:r>
            <a:r>
              <a:rPr lang="vi-VN" sz="1600" dirty="0" smtClean="0"/>
              <a:t>số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tự viết </a:t>
            </a:r>
            <a:r>
              <a:rPr lang="vi-VN" sz="1600" dirty="0" smtClean="0"/>
              <a:t>thường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ít </a:t>
            </a:r>
            <a:r>
              <a:rPr lang="vi-VN" sz="1600" dirty="0"/>
              <a:t>nhất 1 ký tự đặc biệt bao gồm </a:t>
            </a:r>
            <a:r>
              <a:rPr lang="vi-VN" sz="1600" dirty="0" smtClean="0"/>
              <a:t>!@#$%^&amp;*</a:t>
            </a:r>
            <a:endParaRPr lang="en-US" sz="1600" dirty="0" smtClean="0"/>
          </a:p>
          <a:p>
            <a:pPr lvl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vi-VN" sz="1600" dirty="0" smtClean="0"/>
              <a:t>không </a:t>
            </a:r>
            <a:r>
              <a:rPr lang="vi-VN" sz="1600" dirty="0"/>
              <a:t>cho phép nhập ký tự tiếng Việt có dấu</a:t>
            </a:r>
            <a:r>
              <a:rPr lang="vi-VN" sz="1600" dirty="0" smtClean="0"/>
              <a:t>).</a:t>
            </a:r>
            <a:r>
              <a:rPr lang="vi-VN" sz="1600" dirty="0"/>
              <a:t/>
            </a:r>
            <a:br>
              <a:rPr lang="vi-VN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705965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vi-VN" dirty="0"/>
              <a:t>Bắt buộc nhập các thông tin đăng nhập (chỉ cần kiểm tra không được bỏ trống):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Số </a:t>
            </a:r>
            <a:r>
              <a:rPr lang="vi-VN" sz="2000" dirty="0"/>
              <a:t>điện thoại hoặc email: có thể nhập hoặc số điện thoại đã đăng ký, hoặc email </a:t>
            </a:r>
            <a:r>
              <a:rPr lang="vi-VN" sz="2000" dirty="0" smtClean="0"/>
              <a:t>đã </a:t>
            </a:r>
            <a:r>
              <a:rPr lang="vi-VN" sz="2000" dirty="0"/>
              <a:t>đăng ký ở cùng một field.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vi-VN" sz="2000" dirty="0" smtClean="0"/>
              <a:t>Mật </a:t>
            </a:r>
            <a:r>
              <a:rPr lang="vi-VN" sz="2000" dirty="0"/>
              <a:t>khẩu 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vi-VN" dirty="0"/>
              <a:t>Nếu đã đăng nhập, ở trang chủ sẽ không hiển thị “Đăng ký”, “Đăng nhập”, thay vào đó sẽ </a:t>
            </a:r>
            <a:r>
              <a:rPr lang="vi-VN" dirty="0" smtClean="0"/>
              <a:t>hiển </a:t>
            </a:r>
            <a:r>
              <a:rPr lang="vi-VN" dirty="0"/>
              <a:t>thị link Họ Tên và link “Đăng xuất” (/logout).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Nếu </a:t>
            </a:r>
            <a:r>
              <a:rPr lang="vi-VN" dirty="0"/>
              <a:t>click vào Đăng xuất, người dùng sẽ thoát khỏi tài khoản, trang chủ sẽ hiển thị trở lại </a:t>
            </a:r>
            <a:r>
              <a:rPr lang="en-US" dirty="0" smtClean="0"/>
              <a:t> </a:t>
            </a:r>
            <a:r>
              <a:rPr lang="vi-VN" dirty="0" smtClean="0"/>
              <a:t>“</a:t>
            </a:r>
            <a:r>
              <a:rPr lang="vi-VN" dirty="0"/>
              <a:t>Đăng ký”, “Đăng nhập”. </a:t>
            </a:r>
            <a:br>
              <a:rPr lang="vi-VN" dirty="0"/>
            </a:br>
            <a:r>
              <a:rPr lang="vi-VN" dirty="0"/>
              <a:t/>
            </a:r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3425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admin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800080" cy="439250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vi-VN" dirty="0"/>
              <a:t>Để đăng nhập tài khoản admin hoặc truy cập vào trang admin, người dùng nhập địa chỉ </a:t>
            </a:r>
            <a:r>
              <a:rPr lang="en-US" dirty="0" smtClean="0"/>
              <a:t> </a:t>
            </a:r>
            <a:r>
              <a:rPr lang="vi-VN" dirty="0" smtClean="0"/>
              <a:t>/</a:t>
            </a:r>
            <a:r>
              <a:rPr lang="vi-VN" dirty="0"/>
              <a:t>admin.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Nếu </a:t>
            </a:r>
            <a:r>
              <a:rPr lang="vi-VN" dirty="0"/>
              <a:t>chưa đăng nhập tài khoản admin, hệ thống sẽ chuyển sang trang đăng nhập admin </a:t>
            </a:r>
            <a:r>
              <a:rPr lang="vi-VN" dirty="0" smtClean="0"/>
              <a:t>(/</a:t>
            </a:r>
            <a:r>
              <a:rPr lang="vi-VN" dirty="0"/>
              <a:t>admin/login).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Người </a:t>
            </a:r>
            <a:r>
              <a:rPr lang="vi-VN" dirty="0"/>
              <a:t>dùng nhập thông tin đăng nhập như sau:</a:t>
            </a:r>
          </a:p>
          <a:p>
            <a:pPr lvl="2"/>
            <a:r>
              <a:rPr lang="en-US" sz="2000" dirty="0" smtClean="0"/>
              <a:t>  </a:t>
            </a:r>
            <a:r>
              <a:rPr lang="vi-VN" sz="2000" dirty="0" smtClean="0"/>
              <a:t>Tên </a:t>
            </a:r>
            <a:r>
              <a:rPr lang="vi-VN" sz="2000" dirty="0"/>
              <a:t>đăng nhập: admin</a:t>
            </a:r>
          </a:p>
          <a:p>
            <a:pPr lvl="2"/>
            <a:r>
              <a:rPr lang="en-US" sz="2000" dirty="0" smtClean="0"/>
              <a:t>  </a:t>
            </a:r>
            <a:r>
              <a:rPr lang="vi-VN" sz="2000" dirty="0" smtClean="0"/>
              <a:t>Password</a:t>
            </a:r>
            <a:r>
              <a:rPr lang="vi-VN" sz="2000" dirty="0"/>
              <a:t>: 12345</a:t>
            </a:r>
          </a:p>
          <a:p>
            <a:pPr marL="457200" indent="-457200">
              <a:buFont typeface="+mj-lt"/>
              <a:buAutoNum type="arabicPeriod"/>
            </a:pPr>
            <a:r>
              <a:rPr lang="vi-VN" dirty="0" smtClean="0"/>
              <a:t>Nếu </a:t>
            </a:r>
            <a:r>
              <a:rPr lang="vi-VN" dirty="0"/>
              <a:t>đăng nhập thành công, hệ thống sẽ chuyển hướng đến trang admin (/admin). Trang </a:t>
            </a:r>
          </a:p>
          <a:p>
            <a:r>
              <a:rPr lang="vi-VN" dirty="0"/>
              <a:t>admin bao gồm các mục quản </a:t>
            </a:r>
            <a:r>
              <a:rPr lang="vi-VN" dirty="0" smtClean="0"/>
              <a:t>lý</a:t>
            </a:r>
            <a:r>
              <a:rPr lang="en-US" dirty="0" smtClean="0"/>
              <a:t>: </a:t>
            </a:r>
            <a:endParaRPr lang="vi-VN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vi-VN" sz="2000" dirty="0" smtClean="0"/>
              <a:t>Quản </a:t>
            </a:r>
            <a:r>
              <a:rPr lang="vi-VN" sz="2000" dirty="0"/>
              <a:t>lý xe (/admin/bikes)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vi-VN" sz="2000" dirty="0" smtClean="0"/>
              <a:t>Quản </a:t>
            </a:r>
            <a:r>
              <a:rPr lang="vi-VN" sz="2000" dirty="0"/>
              <a:t>lý trạm xe (/admin/stations) </a:t>
            </a:r>
            <a:r>
              <a:rPr lang="vi-VN" dirty="0"/>
              <a:t/>
            </a:r>
            <a:br>
              <a:rPr lang="vi-VN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4244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TẠO CONTROLLER AUTH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091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Mở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CMD,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project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gõ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lệnh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Controller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4048" lvl="2" indent="0">
              <a:buNone/>
            </a:pPr>
            <a:r>
              <a:rPr lang="en-US" sz="2000" dirty="0"/>
              <a:t>	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php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artisan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make:Controller</a:t>
            </a:r>
            <a:r>
              <a:rPr lang="en-US" sz="2000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AuthController</a:t>
            </a:r>
            <a:endParaRPr lang="en-GB" sz="20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92608" lvl="1">
              <a:buNone/>
            </a:pPr>
            <a:endParaRPr lang="en-US" sz="2000" i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74320" indent="-457200">
              <a:buFont typeface="+mj-lt"/>
              <a:buAutoNum type="arabicPeriod"/>
            </a:pP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app/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Htpp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/Controller/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AuthController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56844"/>
            <a:ext cx="5334972" cy="204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660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9951"/>
            <a:ext cx="5527040" cy="447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215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2674"/>
            <a:ext cx="8616175" cy="419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71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79" y="1843414"/>
            <a:ext cx="8113802" cy="453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760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19617"/>
          <a:stretch/>
        </p:blipFill>
        <p:spPr>
          <a:xfrm>
            <a:off x="1097280" y="1885256"/>
            <a:ext cx="7499442" cy="43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AuthController</a:t>
            </a:r>
            <a:r>
              <a:rPr lang="en-US" dirty="0" smtClean="0"/>
              <a:t>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8978"/>
            <a:ext cx="7003434" cy="281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789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</a:t>
            </a:r>
            <a:r>
              <a:rPr lang="en-US" dirty="0" err="1" smtClean="0"/>
              <a:t>Tạo</a:t>
            </a:r>
            <a:r>
              <a:rPr lang="en-US" dirty="0" smtClean="0"/>
              <a:t> View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Route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(Slide 6) -&gt;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nữa</a:t>
            </a: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view Register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view Login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972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7.1. View Register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register.blade.php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 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59104"/>
            <a:ext cx="7940429" cy="371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42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3315"/>
            <a:ext cx="758295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417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1268"/>
            <a:ext cx="10670620" cy="405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74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7152"/>
            <a:ext cx="6573520" cy="478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480" y="1876363"/>
            <a:ext cx="7251480" cy="4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57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6408"/>
            <a:ext cx="6725589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76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760" y="1837624"/>
            <a:ext cx="7308005" cy="4832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45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60" y="1929415"/>
            <a:ext cx="6056887" cy="474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368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79" y="1978663"/>
            <a:ext cx="7106642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88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7.1. View Register </a:t>
            </a:r>
            <a:r>
              <a:rPr lang="en-US" dirty="0" smtClean="0"/>
              <a:t>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6766"/>
            <a:ext cx="6811326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229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7.2. View Login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Tạo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resources/views/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auth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login.blade.php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dung :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88976"/>
            <a:ext cx="6916115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7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7.2. View Login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77507"/>
            <a:ext cx="713522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4786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 </a:t>
            </a:r>
            <a:r>
              <a:rPr lang="en-US" dirty="0" err="1" smtClean="0"/>
              <a:t>Sửa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file Layout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reources</a:t>
            </a:r>
            <a:r>
              <a:rPr lang="en-US" i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/views/layouts/</a:t>
            </a:r>
            <a:r>
              <a:rPr lang="en-US" i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app.blade.php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lại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đoạn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code menu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291720"/>
            <a:ext cx="10352823" cy="443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0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dirty="0" smtClean="0"/>
              <a:t>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7911"/>
            <a:ext cx="10669489" cy="4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41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file </a:t>
            </a:r>
            <a:r>
              <a:rPr lang="en-US" dirty="0" smtClean="0"/>
              <a:t>Layout (</a:t>
            </a:r>
            <a:r>
              <a:rPr lang="en-US" dirty="0" err="1" smtClean="0"/>
              <a:t>tt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: Layout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sửa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đường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link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cần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menu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28359"/>
            <a:ext cx="10288436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26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Trang</a:t>
            </a:r>
            <a:r>
              <a:rPr lang="en-US" dirty="0" smtClean="0"/>
              <a:t> Login Admin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672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48360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620</TotalTime>
  <Words>845</Words>
  <Application>Microsoft Office PowerPoint</Application>
  <PresentationFormat>Widescreen</PresentationFormat>
  <Paragraphs>117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Courier New</vt:lpstr>
      <vt:lpstr>Wingdings</vt:lpstr>
      <vt:lpstr>Retrospect</vt:lpstr>
      <vt:lpstr>ĐĂNG NHẬP &amp; PHÂN QUYỀN</vt:lpstr>
      <vt:lpstr>1. Thêm hàm kiểm tra Admin</vt:lpstr>
      <vt:lpstr>2. Tạo Middleware Admin</vt:lpstr>
      <vt:lpstr>3. Sửa AdminMiddleware</vt:lpstr>
      <vt:lpstr>4. Đăng ký Middleware</vt:lpstr>
      <vt:lpstr>5. Tạo route và phân quyền</vt:lpstr>
      <vt:lpstr>CÁC YÊU CẦU</vt:lpstr>
      <vt:lpstr>Đăng ký</vt:lpstr>
      <vt:lpstr>Đăng nhập</vt:lpstr>
      <vt:lpstr>Đăng nhập admin</vt:lpstr>
      <vt:lpstr>TẠO CONTROLLER AUTH</vt:lpstr>
      <vt:lpstr>6. Tạo AuthController</vt:lpstr>
      <vt:lpstr>6. Tạo AuthController (tt)</vt:lpstr>
      <vt:lpstr>6. Tạo AuthController (tt)</vt:lpstr>
      <vt:lpstr>6. Tạo AuthController (tt)</vt:lpstr>
      <vt:lpstr>6. Tạo AuthController (tt)</vt:lpstr>
      <vt:lpstr>6. Tạo AuthController (tt)</vt:lpstr>
      <vt:lpstr>7. Tạo View</vt:lpstr>
      <vt:lpstr>7.1. View Register </vt:lpstr>
      <vt:lpstr>7.1. View Register (tt)</vt:lpstr>
      <vt:lpstr>7.1. View Register (tt)</vt:lpstr>
      <vt:lpstr>7.1. View Register (tt)</vt:lpstr>
      <vt:lpstr>7.1. View Register (tt)</vt:lpstr>
      <vt:lpstr>7.1. View Register (tt)</vt:lpstr>
      <vt:lpstr>7.1. View Register (tt)</vt:lpstr>
      <vt:lpstr>7.1. View Register (tt)</vt:lpstr>
      <vt:lpstr>7.1. View Register (tt)</vt:lpstr>
      <vt:lpstr>7.1. View Register (tt)</vt:lpstr>
      <vt:lpstr>7.2. View Login</vt:lpstr>
      <vt:lpstr>7.2. View Login</vt:lpstr>
      <vt:lpstr>8. Sửa lại file Layout</vt:lpstr>
      <vt:lpstr>8. Sửa lại file Layout (tt)</vt:lpstr>
      <vt:lpstr>8. Sửa lại file Layout (tt)</vt:lpstr>
      <vt:lpstr>Trang Login Admin</vt:lpstr>
      <vt:lpstr>Yêu cầu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ĐĂNG NHẬP &amp; PHÂN QUYỀN</dc:title>
  <dc:creator>khanh le nguyen</dc:creator>
  <cp:lastModifiedBy>khanh le nguyen</cp:lastModifiedBy>
  <cp:revision>27</cp:revision>
  <dcterms:created xsi:type="dcterms:W3CDTF">2026-03-20T03:24:44Z</dcterms:created>
  <dcterms:modified xsi:type="dcterms:W3CDTF">2026-03-25T13:36:17Z</dcterms:modified>
</cp:coreProperties>
</file>