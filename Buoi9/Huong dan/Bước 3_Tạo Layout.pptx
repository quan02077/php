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7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63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160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82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49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822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6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805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83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14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0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77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DCD4E2-B1BC-4768-BAE3-C6938D1E1FF7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7AA3A1E-6AF3-474B-89F3-3AB0EFBA9D9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56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Layout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30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Layout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?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847" y="2128600"/>
            <a:ext cx="7573432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9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Lưu</a:t>
            </a:r>
            <a:r>
              <a:rPr lang="en-US" dirty="0" smtClean="0"/>
              <a:t> ý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internet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bootstrap </a:t>
            </a:r>
            <a:r>
              <a:rPr lang="en-US" dirty="0" err="1" smtClean="0"/>
              <a:t>được</a:t>
            </a:r>
            <a:r>
              <a:rPr lang="en-US" dirty="0" smtClean="0"/>
              <a:t> download </a:t>
            </a:r>
            <a:r>
              <a:rPr lang="en-US" dirty="0" err="1" smtClean="0"/>
              <a:t>sẵn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endParaRPr lang="en-US" dirty="0" smtClean="0"/>
          </a:p>
          <a:p>
            <a:pPr>
              <a:buFont typeface="Symbol" panose="05050102010706020507" pitchFamily="18" charset="2"/>
              <a:buChar char="®"/>
            </a:pPr>
            <a:r>
              <a:rPr lang="en-GB" dirty="0" smtClean="0">
                <a:sym typeface="Symbol" panose="05050102010706020507" pitchFamily="18" charset="2"/>
              </a:rPr>
              <a:t> Copy </a:t>
            </a:r>
            <a:r>
              <a:rPr lang="en-GB" dirty="0" err="1" smtClean="0">
                <a:sym typeface="Symbol" panose="05050102010706020507" pitchFamily="18" charset="2"/>
              </a:rPr>
              <a:t>thư</a:t>
            </a:r>
            <a:r>
              <a:rPr lang="en-GB" dirty="0" smtClean="0">
                <a:sym typeface="Symbol" panose="05050102010706020507" pitchFamily="18" charset="2"/>
              </a:rPr>
              <a:t> </a:t>
            </a:r>
            <a:r>
              <a:rPr lang="en-GB" dirty="0" err="1" smtClean="0">
                <a:sym typeface="Symbol" panose="05050102010706020507" pitchFamily="18" charset="2"/>
              </a:rPr>
              <a:t>mục</a:t>
            </a:r>
            <a:r>
              <a:rPr lang="en-GB" dirty="0" smtClean="0">
                <a:sym typeface="Symbol" panose="05050102010706020507" pitchFamily="18" charset="2"/>
              </a:rPr>
              <a:t> </a:t>
            </a:r>
            <a:r>
              <a:rPr lang="en-GB" dirty="0" err="1" smtClean="0">
                <a:sym typeface="Symbol" panose="05050102010706020507" pitchFamily="18" charset="2"/>
              </a:rPr>
              <a:t>vào</a:t>
            </a:r>
            <a:r>
              <a:rPr lang="en-GB" dirty="0" smtClean="0">
                <a:sym typeface="Symbol" panose="05050102010706020507" pitchFamily="18" charset="2"/>
              </a:rPr>
              <a:t>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public/bootstrap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Hình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ảnh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được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lưu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mục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public/images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472" y="2466570"/>
            <a:ext cx="2191056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4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file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resources/views/layouts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app.blade.php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66698"/>
            <a:ext cx="8199120" cy="437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85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file 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971452"/>
            <a:ext cx="9729797" cy="395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2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file 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006" y="3555320"/>
            <a:ext cx="4522470" cy="31771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006" y="1819620"/>
            <a:ext cx="10275569" cy="16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3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file 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980" y="1832349"/>
            <a:ext cx="11363000" cy="320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file 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985772"/>
            <a:ext cx="9894571" cy="316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7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Tạo</a:t>
            </a:r>
            <a:r>
              <a:rPr lang="en-US" dirty="0" smtClean="0"/>
              <a:t> file custom CSS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style.css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14149"/>
            <a:ext cx="8488381" cy="18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084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Tạo</a:t>
            </a:r>
            <a:r>
              <a:rPr lang="en-US" dirty="0" smtClean="0"/>
              <a:t> file custom CSS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42874"/>
            <a:ext cx="4150995" cy="40216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786" y="1942873"/>
            <a:ext cx="3800689" cy="216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2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file custom CSS 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52356"/>
            <a:ext cx="5732145" cy="41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3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test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welcome.blade.php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r>
              <a:rPr lang="en-US" dirty="0" smtClean="0"/>
              <a:t> 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83" y="2447521"/>
            <a:ext cx="3576842" cy="168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1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TẠO CÁC HIỆU ỨNG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318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 smtClean="0"/>
              <a:t>Thanh</a:t>
            </a:r>
            <a:r>
              <a:rPr lang="en-US" sz="2000" dirty="0" smtClean="0"/>
              <a:t> banner </a:t>
            </a:r>
            <a:r>
              <a:rPr lang="en-US" sz="2000" dirty="0" err="1" smtClean="0"/>
              <a:t>đổi</a:t>
            </a:r>
            <a:r>
              <a:rPr lang="en-US" sz="2000" dirty="0" smtClean="0"/>
              <a:t> </a:t>
            </a:r>
            <a:r>
              <a:rPr lang="en-US" sz="2000" dirty="0" err="1" smtClean="0"/>
              <a:t>màu</a:t>
            </a:r>
            <a:r>
              <a:rPr lang="en-US" sz="2000" dirty="0" smtClean="0"/>
              <a:t> </a:t>
            </a:r>
            <a:r>
              <a:rPr lang="en-US" sz="2000" dirty="0" err="1" smtClean="0"/>
              <a:t>liên</a:t>
            </a:r>
            <a:r>
              <a:rPr lang="en-US" sz="2000" dirty="0" smtClean="0"/>
              <a:t> </a:t>
            </a:r>
            <a:r>
              <a:rPr lang="en-US" sz="2000" dirty="0" err="1" smtClean="0"/>
              <a:t>tục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Ba </a:t>
            </a:r>
            <a:r>
              <a:rPr lang="en-US" sz="2000" dirty="0" err="1" smtClean="0"/>
              <a:t>vòng</a:t>
            </a:r>
            <a:r>
              <a:rPr lang="en-US" sz="2000" dirty="0" smtClean="0"/>
              <a:t> </a:t>
            </a:r>
            <a:r>
              <a:rPr lang="en-US" sz="2000" dirty="0" err="1" smtClean="0"/>
              <a:t>tròn</a:t>
            </a:r>
            <a:r>
              <a:rPr lang="en-US" sz="2000" dirty="0" smtClean="0"/>
              <a:t> </a:t>
            </a:r>
            <a:r>
              <a:rPr lang="en-US" sz="2000" dirty="0" err="1" smtClean="0"/>
              <a:t>tạo</a:t>
            </a:r>
            <a:r>
              <a:rPr lang="en-US" sz="2000" dirty="0" smtClean="0"/>
              <a:t> </a:t>
            </a:r>
            <a:r>
              <a:rPr lang="en-US" sz="2000" dirty="0" err="1" smtClean="0"/>
              <a:t>hiệu</a:t>
            </a:r>
            <a:r>
              <a:rPr lang="en-US" sz="2000" dirty="0" smtClean="0"/>
              <a:t> </a:t>
            </a:r>
            <a:r>
              <a:rPr lang="en-US" sz="2000" dirty="0" err="1" smtClean="0"/>
              <a:t>ứng</a:t>
            </a:r>
            <a:r>
              <a:rPr lang="en-US" sz="2000" dirty="0" smtClean="0"/>
              <a:t> </a:t>
            </a:r>
            <a:r>
              <a:rPr lang="en-US" sz="2000" dirty="0" err="1" smtClean="0"/>
              <a:t>vòng</a:t>
            </a:r>
            <a:r>
              <a:rPr lang="en-US" sz="2000" dirty="0" smtClean="0"/>
              <a:t> </a:t>
            </a:r>
            <a:r>
              <a:rPr lang="en-US" sz="2000" dirty="0" err="1" smtClean="0"/>
              <a:t>nước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 smtClean="0"/>
              <a:t>Tạo</a:t>
            </a:r>
            <a:r>
              <a:rPr lang="en-US" sz="2000" dirty="0" smtClean="0"/>
              <a:t> </a:t>
            </a:r>
            <a:r>
              <a:rPr lang="en-US" sz="2000" dirty="0" err="1" smtClean="0"/>
              <a:t>hiệu</a:t>
            </a:r>
            <a:r>
              <a:rPr lang="en-US" sz="2000" dirty="0" smtClean="0"/>
              <a:t> </a:t>
            </a:r>
            <a:r>
              <a:rPr lang="en-US" sz="2000" dirty="0" err="1" smtClean="0"/>
              <a:t>ứng</a:t>
            </a:r>
            <a:r>
              <a:rPr lang="en-US" sz="2000" dirty="0" smtClean="0"/>
              <a:t> </a:t>
            </a:r>
            <a:r>
              <a:rPr lang="en-US" sz="2000" dirty="0" err="1" smtClean="0"/>
              <a:t>khi</a:t>
            </a:r>
            <a:r>
              <a:rPr lang="en-US" sz="2000" dirty="0" smtClean="0"/>
              <a:t> hover </a:t>
            </a:r>
            <a:r>
              <a:rPr lang="en-US" sz="2000" dirty="0" err="1" smtClean="0"/>
              <a:t>thanh</a:t>
            </a:r>
            <a:r>
              <a:rPr lang="en-US" sz="2000" dirty="0" smtClean="0"/>
              <a:t> menu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 smtClean="0"/>
              <a:t>Tạo</a:t>
            </a:r>
            <a:r>
              <a:rPr lang="en-US" sz="2000" dirty="0" smtClean="0"/>
              <a:t> </a:t>
            </a:r>
            <a:r>
              <a:rPr lang="en-US" sz="2000" dirty="0" err="1" smtClean="0"/>
              <a:t>hiệu</a:t>
            </a:r>
            <a:r>
              <a:rPr lang="en-US" sz="2000" dirty="0" smtClean="0"/>
              <a:t> </a:t>
            </a:r>
            <a:r>
              <a:rPr lang="en-US" sz="2000" dirty="0" err="1" smtClean="0"/>
              <a:t>ứng</a:t>
            </a:r>
            <a:r>
              <a:rPr lang="en-US" sz="2000" dirty="0" smtClean="0"/>
              <a:t> </a:t>
            </a:r>
            <a:r>
              <a:rPr lang="en-US" sz="2000" dirty="0" err="1" smtClean="0"/>
              <a:t>khi</a:t>
            </a:r>
            <a:r>
              <a:rPr lang="en-US" sz="2000" dirty="0" smtClean="0"/>
              <a:t> hover </a:t>
            </a:r>
            <a:r>
              <a:rPr lang="en-US" sz="2000" dirty="0" err="1" smtClean="0"/>
              <a:t>các</a:t>
            </a:r>
            <a:r>
              <a:rPr lang="en-US" sz="2000" dirty="0" smtClean="0"/>
              <a:t> button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8181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Thanh</a:t>
            </a:r>
            <a:r>
              <a:rPr lang="en-US" dirty="0"/>
              <a:t> banner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 smtClean="0"/>
              <a:t>tục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/style.css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95298"/>
            <a:ext cx="9342120" cy="427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19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nước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" y="1809518"/>
            <a:ext cx="4857750" cy="42007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913" y="1809518"/>
            <a:ext cx="4362711" cy="40864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634" y="1809520"/>
            <a:ext cx="3704982" cy="241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18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button</a:t>
            </a:r>
            <a:endParaRPr lang="en-GB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47741"/>
            <a:ext cx="461074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29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/>
              <a:t>khi</a:t>
            </a:r>
            <a:r>
              <a:rPr lang="en-US" dirty="0"/>
              <a:t> hover </a:t>
            </a:r>
            <a:r>
              <a:rPr lang="en-US" dirty="0" err="1"/>
              <a:t>thanh</a:t>
            </a:r>
            <a:r>
              <a:rPr lang="en-US" dirty="0"/>
              <a:t> menu</a:t>
            </a:r>
            <a:r>
              <a:rPr lang="en-US" dirty="0" smtClean="0"/>
              <a:t> 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14271"/>
            <a:ext cx="5579745" cy="442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09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/>
              <a:t>khi</a:t>
            </a:r>
            <a:r>
              <a:rPr lang="en-US" dirty="0"/>
              <a:t> hover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smtClean="0"/>
              <a:t>menu (</a:t>
            </a:r>
            <a:r>
              <a:rPr lang="en-US" dirty="0" err="1" smtClean="0"/>
              <a:t>tt</a:t>
            </a:r>
            <a:r>
              <a:rPr lang="en-US" dirty="0" smtClean="0"/>
              <a:t>) </a:t>
            </a:r>
            <a:endParaRPr lang="en-GB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14257"/>
            <a:ext cx="5284470" cy="440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344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248</TotalTime>
  <Words>203</Words>
  <Application>Microsoft Office PowerPoint</Application>
  <PresentationFormat>Widescreen</PresentationFormat>
  <Paragraphs>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Symbol</vt:lpstr>
      <vt:lpstr>Wingdings</vt:lpstr>
      <vt:lpstr>Retrospect</vt:lpstr>
      <vt:lpstr>Tạo Layout</vt:lpstr>
      <vt:lpstr>Layout là gì?</vt:lpstr>
      <vt:lpstr>Lưu ý</vt:lpstr>
      <vt:lpstr>1. Tạo file Layout</vt:lpstr>
      <vt:lpstr>1. Tạo file Layout (tt)</vt:lpstr>
      <vt:lpstr>1. Tạo file Layout (tt)</vt:lpstr>
      <vt:lpstr>1. Tạo file Layout (tt)</vt:lpstr>
      <vt:lpstr>1. Tạo file Layout (tt)</vt:lpstr>
      <vt:lpstr>2. Tạo file custom CSS</vt:lpstr>
      <vt:lpstr>2. Tạo file custom CSS (tt)</vt:lpstr>
      <vt:lpstr>2. Tạo file custom CSS (tt)</vt:lpstr>
      <vt:lpstr>3. Thay đổi trang chủ để test layout</vt:lpstr>
      <vt:lpstr>TẠO CÁC HIỆU ỨNG</vt:lpstr>
      <vt:lpstr>Danh sách các hiệu ứng</vt:lpstr>
      <vt:lpstr>Thanh banner đổi màu liên tục</vt:lpstr>
      <vt:lpstr>Hiệu ứng vòng nước</vt:lpstr>
      <vt:lpstr>Tạo hiệu ứng các button</vt:lpstr>
      <vt:lpstr>Tạo hiệu ứng khi hover thanh menu </vt:lpstr>
      <vt:lpstr>Tạo hiệu ứng khi hover thanh menu (tt)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Tạo Layout</dc:title>
  <dc:creator>khanh le nguyen</dc:creator>
  <cp:lastModifiedBy>khanh le nguyen</cp:lastModifiedBy>
  <cp:revision>20</cp:revision>
  <dcterms:created xsi:type="dcterms:W3CDTF">2026-03-17T07:19:57Z</dcterms:created>
  <dcterms:modified xsi:type="dcterms:W3CDTF">2026-04-01T12:45:09Z</dcterms:modified>
</cp:coreProperties>
</file>